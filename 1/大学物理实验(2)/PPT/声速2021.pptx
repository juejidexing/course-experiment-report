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6" r:id="rId3"/>
    <p:sldId id="339" r:id="rId4"/>
    <p:sldId id="278" r:id="rId5"/>
    <p:sldId id="258" r:id="rId6"/>
    <p:sldId id="274" r:id="rId7"/>
    <p:sldId id="275" r:id="rId8"/>
    <p:sldId id="259" r:id="rId9"/>
    <p:sldId id="264" r:id="rId10"/>
    <p:sldId id="267" r:id="rId11"/>
    <p:sldId id="305" r:id="rId12"/>
    <p:sldId id="378" r:id="rId13"/>
    <p:sldId id="269" r:id="rId14"/>
    <p:sldId id="265" r:id="rId15"/>
    <p:sldId id="317" r:id="rId16"/>
    <p:sldId id="268" r:id="rId17"/>
    <p:sldId id="270" r:id="rId18"/>
    <p:sldId id="304" r:id="rId19"/>
    <p:sldId id="397" r:id="rId20"/>
    <p:sldId id="279" r:id="rId21"/>
    <p:sldId id="327" r:id="rId22"/>
    <p:sldId id="296" r:id="rId23"/>
    <p:sldId id="299" r:id="rId24"/>
    <p:sldId id="298" r:id="rId25"/>
    <p:sldId id="372" r:id="rId26"/>
    <p:sldId id="281" r:id="rId27"/>
    <p:sldId id="282" r:id="rId28"/>
  </p:sldIdLst>
  <p:sldSz cx="9144000" cy="6858000" type="screen4x3"/>
  <p:notesSz cx="6858000" cy="9144000"/>
  <p:custDataLst>
    <p:tags r:id="rId33"/>
  </p:custDataLst>
  <p:defaultTextStyle>
    <a:defPPr>
      <a:defRPr lang="zh-CN"/>
    </a:defPPr>
    <a:lvl1pPr marL="0" lvl="0"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505F2C04-C923-438B-8C0F-E0CD2BADF298}">
      <wppc:fontMiss xmlns:wppc="http://www.wps.cn/officeDocument/PresentationCustomData" type="true"/>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9" d="100"/>
          <a:sy n="69" d="100"/>
        </p:scale>
        <p:origin x="-138" y="-102"/>
      </p:cViewPr>
      <p:guideLst>
        <p:guide orient="horz" pos="2078"/>
        <p:guide pos="2914"/>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tags" Target="tags/tag29.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notesMaster" Target="notesMasters/notesMaster1.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15.wmf"/><Relationship Id="rId7" Type="http://schemas.openxmlformats.org/officeDocument/2006/relationships/image" Target="../media/image14.wmf"/><Relationship Id="rId6" Type="http://schemas.openxmlformats.org/officeDocument/2006/relationships/image" Target="../media/image13.wmf"/><Relationship Id="rId5" Type="http://schemas.openxmlformats.org/officeDocument/2006/relationships/image" Target="../media/image12.wmf"/><Relationship Id="rId4" Type="http://schemas.openxmlformats.org/officeDocument/2006/relationships/image" Target="../media/image11.wmf"/><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6" Type="http://schemas.openxmlformats.org/officeDocument/2006/relationships/image" Target="../media/image15.wmf"/><Relationship Id="rId5" Type="http://schemas.openxmlformats.org/officeDocument/2006/relationships/image" Target="../media/image18.wmf"/><Relationship Id="rId4" Type="http://schemas.openxmlformats.org/officeDocument/2006/relationships/image" Target="../media/image12.wmf"/><Relationship Id="rId3" Type="http://schemas.openxmlformats.org/officeDocument/2006/relationships/image" Target="../media/image11.wmf"/><Relationship Id="rId2" Type="http://schemas.openxmlformats.org/officeDocument/2006/relationships/image" Target="../media/image17.wmf"/><Relationship Id="rId1"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image" Target="../media/image19.emf"/></Relationships>
</file>

<file path=ppt/drawings/_rels/vmlDrawing5.vml.rels><?xml version="1.0" encoding="UTF-8" standalone="yes"?>
<Relationships xmlns="http://schemas.openxmlformats.org/package/2006/relationships"><Relationship Id="rId7" Type="http://schemas.openxmlformats.org/officeDocument/2006/relationships/image" Target="../media/image27.wmf"/><Relationship Id="rId6" Type="http://schemas.openxmlformats.org/officeDocument/2006/relationships/image" Target="../media/image26.wmf"/><Relationship Id="rId5" Type="http://schemas.openxmlformats.org/officeDocument/2006/relationships/image" Target="../media/image25.wmf"/><Relationship Id="rId4" Type="http://schemas.openxmlformats.org/officeDocument/2006/relationships/image" Target="../media/image24.wmf"/><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8.vml.rels><?xml version="1.0" encoding="UTF-8" standalone="yes"?>
<Relationships xmlns="http://schemas.openxmlformats.org/package/2006/relationships"><Relationship Id="rId4" Type="http://schemas.openxmlformats.org/officeDocument/2006/relationships/image" Target="../media/image35.wmf"/><Relationship Id="rId3" Type="http://schemas.openxmlformats.org/officeDocument/2006/relationships/image" Target="../media/image34.wmf"/><Relationship Id="rId2" Type="http://schemas.openxmlformats.org/officeDocument/2006/relationships/image" Target="../media/image32.wmf"/><Relationship Id="rId1" Type="http://schemas.openxmlformats.org/officeDocument/2006/relationships/image" Target="../media/image31.wmf"/></Relationships>
</file>

<file path=ppt/drawings/_rels/vmlDrawing9.vml.rels><?xml version="1.0" encoding="UTF-8" standalone="yes"?>
<Relationships xmlns="http://schemas.openxmlformats.org/package/2006/relationships"><Relationship Id="rId9" Type="http://schemas.openxmlformats.org/officeDocument/2006/relationships/image" Target="../media/image44.wmf"/><Relationship Id="rId8" Type="http://schemas.openxmlformats.org/officeDocument/2006/relationships/image" Target="../media/image43.wmf"/><Relationship Id="rId7" Type="http://schemas.openxmlformats.org/officeDocument/2006/relationships/image" Target="../media/image42.wmf"/><Relationship Id="rId6" Type="http://schemas.openxmlformats.org/officeDocument/2006/relationships/image" Target="../media/image41.wmf"/><Relationship Id="rId5" Type="http://schemas.openxmlformats.org/officeDocument/2006/relationships/image" Target="../media/image40.wmf"/><Relationship Id="rId4" Type="http://schemas.openxmlformats.org/officeDocument/2006/relationships/image" Target="../media/image39.wmf"/><Relationship Id="rId3" Type="http://schemas.openxmlformats.org/officeDocument/2006/relationships/image" Target="../media/image38.wmf"/><Relationship Id="rId2" Type="http://schemas.openxmlformats.org/officeDocument/2006/relationships/image" Target="../media/image37.wmf"/><Relationship Id="rId10" Type="http://schemas.openxmlformats.org/officeDocument/2006/relationships/image" Target="../media/image45.wmf"/><Relationship Id="rId1" Type="http://schemas.openxmlformats.org/officeDocument/2006/relationships/image" Target="../media/image3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Arial" panose="020B0604020202020204" pitchFamily="34" charset="0"/>
                <a:ea typeface="宋体" panose="02010600030101010101" pitchFamily="2" charset="-122"/>
                <a:cs typeface="+mn-ea"/>
              </a:rPr>
            </a:fld>
            <a:endParaRPr lang="zh-CN" altLang="en-US" strike="noStrike" noProof="1"/>
          </a:p>
        </p:txBody>
      </p:sp>
      <p:sp>
        <p:nvSpPr>
          <p:cNvPr id="6148" name="幻灯片图像占位符 3"/>
          <p:cNvSpPr>
            <a:spLocks noGrp="1" noRot="1" noChangeAspect="1"/>
          </p:cNvSpPr>
          <p:nvPr>
            <p:ph type="sldImg"/>
          </p:nvPr>
        </p:nvSpPr>
        <p:spPr>
          <a:xfrm>
            <a:off x="1371600" y="1143000"/>
            <a:ext cx="4114800" cy="3086100"/>
          </a:xfrm>
          <a:prstGeom prst="rect">
            <a:avLst/>
          </a:prstGeom>
          <a:noFill/>
          <a:ln w="12700" cap="flat" cmpd="sng">
            <a:solidFill>
              <a:srgbClr val="000000"/>
            </a:solidFill>
            <a:prstDash val="solid"/>
            <a:round/>
            <a:headEnd type="none" w="med" len="med"/>
            <a:tailEnd type="none" w="med" len="med"/>
          </a:ln>
        </p:spPr>
      </p:sp>
      <p:sp>
        <p:nvSpPr>
          <p:cNvPr id="6149" name="备注占位符 4"/>
          <p:cNvSpPr>
            <a:spLocks noGrp="1"/>
          </p:cNvSpPr>
          <p:nvPr>
            <p:ph type="body" sz="quarter"/>
          </p:nvPr>
        </p:nvSpPr>
        <p:spPr>
          <a:xfrm>
            <a:off x="685800" y="4400550"/>
            <a:ext cx="5486400" cy="3600450"/>
          </a:xfrm>
          <a:prstGeom prst="rect">
            <a:avLst/>
          </a:prstGeom>
          <a:noFill/>
          <a:ln w="9525">
            <a:noFill/>
          </a:ln>
        </p:spPr>
        <p:txBody>
          <a:bodyPr lIns="91440" tIns="45720" rIns="91440" bIns="45720" anchor="t"/>
          <a:p>
            <a:pPr lvl="0"/>
            <a:r>
              <a:rPr lang="zh-CN" altLang="en-US"/>
              <a:t>单击此处编辑母版文本样式</a:t>
            </a:r>
            <a:endParaRPr lang="zh-CN" altLang="en-US"/>
          </a:p>
          <a:p>
            <a:pPr lvl="1" indent="0"/>
            <a:r>
              <a:rPr lang="zh-CN" altLang="en-US"/>
              <a:t>第二级</a:t>
            </a:r>
            <a:endParaRPr lang="zh-CN" altLang="en-US"/>
          </a:p>
          <a:p>
            <a:pPr lvl="2" indent="0"/>
            <a:r>
              <a:rPr lang="zh-CN" altLang="en-US"/>
              <a:t>第三级</a:t>
            </a:r>
            <a:endParaRPr lang="zh-CN" altLang="en-US"/>
          </a:p>
          <a:p>
            <a:pPr lvl="3" indent="0"/>
            <a:r>
              <a:rPr lang="zh-CN" altLang="en-US"/>
              <a:t>第四级</a:t>
            </a:r>
            <a:endParaRPr lang="zh-CN" altLang="en-US"/>
          </a:p>
          <a:p>
            <a:pPr lvl="4" indent="0"/>
            <a:r>
              <a:rPr lang="zh-CN" altLang="en-US"/>
              <a:t>第五级</a:t>
            </a:r>
            <a:endParaRPr lang="zh-CN" altLang="en-US"/>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Arial" panose="020B0604020202020204" pitchFamily="34" charset="0"/>
                <a:ea typeface="宋体" panose="02010600030101010101" pitchFamily="2" charset="-122"/>
                <a:cs typeface="+mn-ea"/>
              </a:rPr>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2050" name="图片 6"/>
          <p:cNvPicPr>
            <a:picLocks noChangeAspect="1"/>
          </p:cNvPicPr>
          <p:nvPr/>
        </p:nvPicPr>
        <p:blipFill>
          <a:blip r:embed="rId2"/>
          <a:srcRect t="8752" r="269"/>
          <a:stretch>
            <a:fillRect/>
          </a:stretch>
        </p:blipFill>
        <p:spPr>
          <a:xfrm>
            <a:off x="-11112" y="-11112"/>
            <a:ext cx="9155112" cy="6367462"/>
          </a:xfrm>
          <a:prstGeom prst="rect">
            <a:avLst/>
          </a:prstGeom>
          <a:noFill/>
          <a:ln w="9525">
            <a:noFill/>
          </a:ln>
        </p:spPr>
      </p:pic>
      <p:sp>
        <p:nvSpPr>
          <p:cNvPr id="2" name="标题 1"/>
          <p:cNvSpPr>
            <a:spLocks noGrp="1"/>
          </p:cNvSpPr>
          <p:nvPr>
            <p:ph type="ctrTitle"/>
          </p:nvPr>
        </p:nvSpPr>
        <p:spPr>
          <a:xfrm>
            <a:off x="766800" y="4935600"/>
            <a:ext cx="7574400" cy="846000"/>
          </a:xfrm>
        </p:spPr>
        <p:txBody>
          <a:bodyPr anchor="b">
            <a:normAutofit/>
          </a:bodyPr>
          <a:lstStyle>
            <a:lvl1pPr algn="ctr">
              <a:defRPr sz="3600"/>
            </a:lvl1pPr>
          </a:lstStyle>
          <a:p>
            <a:pPr fontAlgn="auto"/>
            <a:r>
              <a:rPr lang="zh-CN" altLang="en-US" strike="noStrike" noProof="1" dirty="0" smtClean="0"/>
              <a:t>单击此处编辑母版标题样式</a:t>
            </a:r>
            <a:endParaRPr lang="zh-CN" altLang="en-US" strike="noStrike" noProof="1" dirty="0"/>
          </a:p>
        </p:txBody>
      </p:sp>
      <p:sp>
        <p:nvSpPr>
          <p:cNvPr id="3" name="副标题 2"/>
          <p:cNvSpPr>
            <a:spLocks noGrp="1"/>
          </p:cNvSpPr>
          <p:nvPr>
            <p:ph type="subTitle" idx="1"/>
          </p:nvPr>
        </p:nvSpPr>
        <p:spPr>
          <a:xfrm>
            <a:off x="766800" y="5828400"/>
            <a:ext cx="7574400" cy="410400"/>
          </a:xfrm>
        </p:spPr>
        <p:txBody>
          <a:bodyPr lIns="108000" tIns="0" rIns="0" bIns="0" anchor="ctr" anchorCtr="0">
            <a:normAutofit/>
          </a:bodyPr>
          <a:lstStyle>
            <a:lvl1pPr marL="0" indent="0" algn="ctr">
              <a:buNone/>
              <a:defRPr sz="1800">
                <a:solidFill>
                  <a:schemeClr val="tx1">
                    <a:lumMod val="60000"/>
                    <a:lumOff val="4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auto"/>
            <a:r>
              <a:rPr lang="zh-CN" altLang="en-US" strike="noStrike" noProof="1" dirty="0" smtClean="0"/>
              <a:t>单击此处编辑母版副标题样式</a:t>
            </a:r>
            <a:endParaRPr lang="zh-CN" altLang="en-US" strike="noStrike" noProof="1" dirty="0"/>
          </a:p>
        </p:txBody>
      </p:sp>
      <p:sp>
        <p:nvSpPr>
          <p:cNvPr id="4" name="日期占位符 3"/>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p>
            <a:pPr fontAlgn="base"/>
            <a:fld id="{FD953FAA-DBEE-4BE3-9FC2-421D9BD1DF46}"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p>
            <a:pPr fontAlgn="base"/>
            <a:endParaRPr lang="zh-CN" altLang="en-US" strike="noStrike" noProof="1"/>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p>
            <a:pPr fontAlgn="base"/>
            <a:fld id="{839DDB2E-1410-41FA-A8E6-84C1C854425F}"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pPr fontAlgn="auto"/>
            <a:r>
              <a:rPr lang="zh-CN" altLang="en-US" strike="noStrike" noProof="1" dirty="0" smtClean="0"/>
              <a:t>单击此处编辑母版标题样式</a:t>
            </a:r>
            <a:endParaRPr lang="en-US" strike="noStrike" noProof="1" dirty="0"/>
          </a:p>
        </p:txBody>
      </p:sp>
      <p:sp>
        <p:nvSpPr>
          <p:cNvPr id="3" name="KSO_BC1"/>
          <p:cNvSpPr>
            <a:spLocks noGrp="1"/>
          </p:cNvSpPr>
          <p:nvPr>
            <p:ph idx="1"/>
          </p:nvPr>
        </p:nvSpPr>
        <p:spPr>
          <a:xfrm>
            <a:off x="1141200" y="2250000"/>
            <a:ext cx="6764400" cy="2455200"/>
          </a:xfrm>
        </p:spPr>
        <p:txBody>
          <a:bodyPr>
            <a:normAutofit/>
          </a:bodyPr>
          <a:lstStyle>
            <a:lvl1pPr>
              <a:defRPr sz="2400">
                <a:solidFill>
                  <a:schemeClr val="tx1"/>
                </a:solidFill>
              </a:defRPr>
            </a:lvl1pPr>
            <a:lvl2pPr>
              <a:defRPr sz="2000">
                <a:solidFill>
                  <a:schemeClr val="tx1"/>
                </a:solidFill>
              </a:defRPr>
            </a:lvl2pPr>
            <a:lvl3pPr>
              <a:defRPr>
                <a:solidFill>
                  <a:schemeClr val="tx1"/>
                </a:solidFill>
              </a:defRPr>
            </a:lvl3pPr>
          </a:lstStyle>
          <a:p>
            <a:pPr lvl="0" fontAlgn="auto"/>
            <a:r>
              <a:rPr lang="zh-CN" altLang="zh-CN" strike="noStrike" noProof="1" dirty="0" smtClean="0"/>
              <a:t>单击此处编辑母版文本样式</a:t>
            </a:r>
            <a:endParaRPr lang="zh-CN" altLang="zh-CN" strike="noStrike" noProof="1" dirty="0" smtClean="0"/>
          </a:p>
          <a:p>
            <a:pPr lvl="1" fontAlgn="auto"/>
            <a:r>
              <a:rPr lang="zh-CN" altLang="zh-CN" strike="noStrike" noProof="1" dirty="0" smtClean="0"/>
              <a:t>第二级</a:t>
            </a:r>
            <a:endParaRPr lang="zh-CN" altLang="zh-CN" strike="noStrike" noProof="1" dirty="0" smtClean="0"/>
          </a:p>
          <a:p>
            <a:pPr lvl="2" fontAlgn="auto"/>
            <a:r>
              <a:rPr lang="zh-CN" altLang="zh-CN" strike="noStrike" noProof="1" dirty="0" smtClean="0"/>
              <a:t>第三级</a:t>
            </a:r>
            <a:endParaRPr lang="zh-CN" altLang="zh-CN" strike="noStrike" noProof="1" dirty="0" smtClean="0"/>
          </a:p>
          <a:p>
            <a:pPr lvl="3" fontAlgn="auto"/>
            <a:r>
              <a:rPr lang="zh-CN" altLang="zh-CN" strike="noStrike" noProof="1" dirty="0" smtClean="0"/>
              <a:t>第四级</a:t>
            </a:r>
            <a:endParaRPr lang="zh-CN" altLang="zh-CN" strike="noStrike" noProof="1" dirty="0" smtClean="0"/>
          </a:p>
          <a:p>
            <a:pPr lvl="4" fontAlgn="auto"/>
            <a:r>
              <a:rPr lang="zh-CN" altLang="zh-CN" strike="noStrike" noProof="1" dirty="0" smtClean="0"/>
              <a:t>第五级</a:t>
            </a:r>
            <a:endParaRPr lang="zh-CN" altLang="zh-CN" strike="noStrike" noProof="1" dirty="0" smtClean="0"/>
          </a:p>
        </p:txBody>
      </p:sp>
      <p:sp>
        <p:nvSpPr>
          <p:cNvPr id="4" name="日期占位符 3"/>
          <p:cNvSpPr>
            <a:spLocks noGrp="1"/>
          </p:cNvSpPr>
          <p:nvPr>
            <p:ph type="dt" sz="half" idx="10"/>
          </p:nvPr>
        </p:nvSpPr>
        <p:spPr/>
        <p:txBody>
          <a:bodyPr/>
          <a:p>
            <a:pPr fontAlgn="base"/>
            <a:fld id="{FD953FAA-DBEE-4BE3-9FC2-421D9BD1DF46}"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p:txBody>
          <a:bodyPr/>
          <a:p>
            <a:pPr fontAlgn="base"/>
            <a:endParaRPr lang="zh-CN" altLang="en-US" strike="noStrike" noProof="1"/>
          </a:p>
        </p:txBody>
      </p:sp>
      <p:sp>
        <p:nvSpPr>
          <p:cNvPr id="6" name="灯片编号占位符 5"/>
          <p:cNvSpPr>
            <a:spLocks noGrp="1"/>
          </p:cNvSpPr>
          <p:nvPr>
            <p:ph type="sldNum" sz="quarter" idx="12"/>
          </p:nvPr>
        </p:nvSpPr>
        <p:spPr/>
        <p:txBody>
          <a:bodyPr/>
          <a:p>
            <a:pPr fontAlgn="base"/>
            <a:fld id="{839DDB2E-1410-41FA-A8E6-84C1C854425F}"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cxnSp>
        <p:nvCxnSpPr>
          <p:cNvPr id="3076" name="直接连接符 6"/>
          <p:cNvCxnSpPr/>
          <p:nvPr/>
        </p:nvCxnSpPr>
        <p:spPr>
          <a:xfrm>
            <a:off x="3538538" y="2047875"/>
            <a:ext cx="2185987" cy="1963738"/>
          </a:xfrm>
          <a:prstGeom prst="line">
            <a:avLst/>
          </a:prstGeom>
          <a:ln w="6350" cap="flat" cmpd="sng">
            <a:solidFill>
              <a:srgbClr val="B9CADF"/>
            </a:solidFill>
            <a:prstDash val="solid"/>
            <a:miter/>
            <a:headEnd type="none" w="med" len="med"/>
            <a:tailEnd type="none" w="med" len="med"/>
          </a:ln>
        </p:spPr>
      </p:cxnSp>
      <p:cxnSp>
        <p:nvCxnSpPr>
          <p:cNvPr id="3077" name="直接连接符 7"/>
          <p:cNvCxnSpPr/>
          <p:nvPr/>
        </p:nvCxnSpPr>
        <p:spPr>
          <a:xfrm>
            <a:off x="2889250" y="1835150"/>
            <a:ext cx="2743200" cy="2462213"/>
          </a:xfrm>
          <a:prstGeom prst="line">
            <a:avLst/>
          </a:prstGeom>
          <a:ln w="6350" cap="flat" cmpd="sng">
            <a:solidFill>
              <a:srgbClr val="D3C7DB"/>
            </a:solidFill>
            <a:prstDash val="solid"/>
            <a:miter/>
            <a:headEnd type="none" w="med" len="med"/>
            <a:tailEnd type="none" w="med" len="med"/>
          </a:ln>
        </p:spPr>
      </p:cxnSp>
      <p:cxnSp>
        <p:nvCxnSpPr>
          <p:cNvPr id="9" name="直接连接符 8"/>
          <p:cNvCxnSpPr/>
          <p:nvPr/>
        </p:nvCxnSpPr>
        <p:spPr>
          <a:xfrm>
            <a:off x="3127375" y="2419350"/>
            <a:ext cx="2741613" cy="2463800"/>
          </a:xfrm>
          <a:prstGeom prst="line">
            <a:avLst/>
          </a:prstGeom>
          <a:noFill/>
          <a:ln w="6350" cap="flat" cmpd="sng" algn="ctr">
            <a:solidFill>
              <a:schemeClr val="accent3">
                <a:lumMod val="40000"/>
                <a:lumOff val="60000"/>
              </a:schemeClr>
            </a:solidFill>
            <a:prstDash val="solid"/>
            <a:miter lim="800000"/>
          </a:ln>
          <a:effectLst/>
        </p:spPr>
      </p:cxnSp>
      <p:sp>
        <p:nvSpPr>
          <p:cNvPr id="2" name="标题 1"/>
          <p:cNvSpPr>
            <a:spLocks noGrp="1"/>
          </p:cNvSpPr>
          <p:nvPr>
            <p:ph type="title"/>
          </p:nvPr>
        </p:nvSpPr>
        <p:spPr>
          <a:xfrm>
            <a:off x="1598400" y="3308400"/>
            <a:ext cx="4197600" cy="475200"/>
          </a:xfrm>
        </p:spPr>
        <p:txBody>
          <a:bodyPr anchor="b">
            <a:normAutofit/>
          </a:bodyPr>
          <a:lstStyle>
            <a:lvl1pPr algn="r">
              <a:defRPr sz="2000" b="0"/>
            </a:lvl1pPr>
          </a:lstStyle>
          <a:p>
            <a:pPr fontAlgn="auto"/>
            <a:r>
              <a:rPr lang="zh-CN" altLang="en-US" strike="noStrike" noProof="1" dirty="0" smtClean="0"/>
              <a:t>单击此处编辑母版标题样式</a:t>
            </a:r>
            <a:endParaRPr lang="zh-CN" altLang="en-US" strike="noStrike" noProof="1" dirty="0"/>
          </a:p>
        </p:txBody>
      </p:sp>
      <p:sp>
        <p:nvSpPr>
          <p:cNvPr id="3" name="文本占位符 2"/>
          <p:cNvSpPr>
            <a:spLocks noGrp="1"/>
          </p:cNvSpPr>
          <p:nvPr>
            <p:ph type="body" idx="1"/>
          </p:nvPr>
        </p:nvSpPr>
        <p:spPr>
          <a:xfrm>
            <a:off x="1598400" y="3960000"/>
            <a:ext cx="4197600" cy="475200"/>
          </a:xfrm>
        </p:spPr>
        <p:txBody>
          <a:bodyPr/>
          <a:lstStyle>
            <a:lvl1pPr marL="0" indent="0" algn="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auto"/>
            <a:r>
              <a:rPr lang="zh-CN" altLang="en-US" strike="noStrike" noProof="1" dirty="0" smtClean="0"/>
              <a:t>单击此处编辑母版文本样式</a:t>
            </a:r>
            <a:endParaRPr lang="zh-CN" altLang="en-US" strike="noStrike" noProof="1" dirty="0" smtClean="0"/>
          </a:p>
        </p:txBody>
      </p:sp>
      <p:sp>
        <p:nvSpPr>
          <p:cNvPr id="4" name="日期占位符 3"/>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p>
            <a:pPr fontAlgn="base"/>
            <a:fld id="{FD953FAA-DBEE-4BE3-9FC2-421D9BD1DF46}"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p>
            <a:pPr fontAlgn="base"/>
            <a:endParaRPr lang="zh-CN" altLang="en-US" strike="noStrike" noProof="1"/>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p>
            <a:pPr fontAlgn="base"/>
            <a:fld id="{839DDB2E-1410-41FA-A8E6-84C1C854425F}"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a:xfrm>
            <a:off x="471600" y="216000"/>
            <a:ext cx="8273145" cy="699594"/>
          </a:xfrm>
        </p:spPr>
        <p:txBody>
          <a:bodyPr/>
          <a:lstStyle/>
          <a:p>
            <a:pPr fontAlgn="auto"/>
            <a:r>
              <a:rPr lang="zh-CN" altLang="en-US" strike="noStrike" noProof="1" smtClean="0"/>
              <a:t>单击此处编辑母版标题样式</a:t>
            </a:r>
            <a:endParaRPr lang="en-US" strike="noStrike" noProof="1" dirty="0"/>
          </a:p>
        </p:txBody>
      </p:sp>
      <p:sp>
        <p:nvSpPr>
          <p:cNvPr id="3" name="KSO_BC1"/>
          <p:cNvSpPr>
            <a:spLocks noGrp="1"/>
          </p:cNvSpPr>
          <p:nvPr>
            <p:ph sz="half" idx="1"/>
          </p:nvPr>
        </p:nvSpPr>
        <p:spPr>
          <a:xfrm>
            <a:off x="1166400" y="1569600"/>
            <a:ext cx="6764400" cy="1692000"/>
          </a:xfrm>
        </p:spPr>
        <p:txBody>
          <a:bodyPr>
            <a:normAutofit/>
          </a:bodyPr>
          <a:lstStyle>
            <a:lvl1pPr>
              <a:defRPr sz="2400">
                <a:solidFill>
                  <a:schemeClr val="tx1"/>
                </a:solidFill>
              </a:defRPr>
            </a:lvl1pPr>
            <a:lvl2pPr>
              <a:defRPr sz="2000">
                <a:solidFill>
                  <a:schemeClr val="tx1"/>
                </a:solidFill>
              </a:defRPr>
            </a:lvl2pPr>
          </a:lstStyle>
          <a:p>
            <a:pPr lvl="0" fontAlgn="auto"/>
            <a:r>
              <a:rPr lang="zh-CN" altLang="zh-CN" strike="noStrike" noProof="1" dirty="0" smtClean="0"/>
              <a:t>单击此处编辑母版文本样式</a:t>
            </a:r>
            <a:endParaRPr lang="zh-CN" altLang="zh-CN" strike="noStrike" noProof="1" dirty="0" smtClean="0"/>
          </a:p>
          <a:p>
            <a:pPr lvl="1" fontAlgn="auto"/>
            <a:r>
              <a:rPr lang="zh-CN" altLang="zh-CN" strike="noStrike" noProof="1" dirty="0" smtClean="0"/>
              <a:t>第二级</a:t>
            </a:r>
            <a:endParaRPr lang="zh-CN" altLang="zh-CN" strike="noStrike" noProof="1" dirty="0" smtClean="0"/>
          </a:p>
          <a:p>
            <a:pPr lvl="2" fontAlgn="auto"/>
            <a:r>
              <a:rPr lang="zh-CN" altLang="zh-CN" strike="noStrike" noProof="1" dirty="0" smtClean="0"/>
              <a:t>第三级</a:t>
            </a:r>
            <a:endParaRPr lang="zh-CN" altLang="zh-CN" strike="noStrike" noProof="1" dirty="0" smtClean="0"/>
          </a:p>
          <a:p>
            <a:pPr lvl="3" fontAlgn="auto"/>
            <a:r>
              <a:rPr lang="zh-CN" altLang="zh-CN" strike="noStrike" noProof="1" dirty="0" smtClean="0"/>
              <a:t>第四级</a:t>
            </a:r>
            <a:endParaRPr lang="zh-CN" altLang="zh-CN" strike="noStrike" noProof="1" dirty="0" smtClean="0"/>
          </a:p>
          <a:p>
            <a:pPr lvl="4" fontAlgn="auto"/>
            <a:r>
              <a:rPr lang="zh-CN" altLang="zh-CN" strike="noStrike" noProof="1" dirty="0" smtClean="0"/>
              <a:t>第五级</a:t>
            </a:r>
            <a:endParaRPr lang="zh-CN" altLang="zh-CN" strike="noStrike" noProof="1" dirty="0" smtClean="0"/>
          </a:p>
        </p:txBody>
      </p:sp>
      <p:sp>
        <p:nvSpPr>
          <p:cNvPr id="4" name="KSO_BC2"/>
          <p:cNvSpPr>
            <a:spLocks noGrp="1"/>
          </p:cNvSpPr>
          <p:nvPr>
            <p:ph sz="half" idx="2"/>
          </p:nvPr>
        </p:nvSpPr>
        <p:spPr>
          <a:xfrm>
            <a:off x="1166400" y="3495600"/>
            <a:ext cx="6764400" cy="2077200"/>
          </a:xfrm>
        </p:spPr>
        <p:txBody>
          <a:bodyPr>
            <a:normAutofit/>
          </a:bodyPr>
          <a:lstStyle>
            <a:lvl1pPr>
              <a:defRPr sz="2400">
                <a:solidFill>
                  <a:schemeClr val="tx1"/>
                </a:solidFill>
              </a:defRPr>
            </a:lvl1pPr>
            <a:lvl2pPr>
              <a:defRPr sz="2000">
                <a:solidFill>
                  <a:schemeClr val="tx1"/>
                </a:solidFill>
              </a:defRPr>
            </a:lvl2pPr>
          </a:lstStyle>
          <a:p>
            <a:pPr lvl="0" fontAlgn="auto"/>
            <a:r>
              <a:rPr lang="zh-CN" altLang="zh-CN" strike="noStrike" noProof="1" dirty="0" smtClean="0"/>
              <a:t>单击此处编辑母版文本样式</a:t>
            </a:r>
            <a:endParaRPr lang="zh-CN" altLang="zh-CN" strike="noStrike" noProof="1" dirty="0" smtClean="0"/>
          </a:p>
          <a:p>
            <a:pPr lvl="1" fontAlgn="auto"/>
            <a:r>
              <a:rPr lang="zh-CN" altLang="zh-CN" strike="noStrike" noProof="1" dirty="0" smtClean="0"/>
              <a:t>第二级</a:t>
            </a:r>
            <a:endParaRPr lang="zh-CN" altLang="zh-CN" strike="noStrike" noProof="1" dirty="0" smtClean="0"/>
          </a:p>
          <a:p>
            <a:pPr lvl="2" fontAlgn="auto"/>
            <a:r>
              <a:rPr lang="zh-CN" altLang="zh-CN" strike="noStrike" noProof="1" dirty="0" smtClean="0"/>
              <a:t>第三级</a:t>
            </a:r>
            <a:endParaRPr lang="zh-CN" altLang="zh-CN" strike="noStrike" noProof="1" dirty="0" smtClean="0"/>
          </a:p>
          <a:p>
            <a:pPr lvl="3" fontAlgn="auto"/>
            <a:r>
              <a:rPr lang="zh-CN" altLang="zh-CN" strike="noStrike" noProof="1" dirty="0" smtClean="0"/>
              <a:t>第四级</a:t>
            </a:r>
            <a:endParaRPr lang="zh-CN" altLang="zh-CN" strike="noStrike" noProof="1" dirty="0" smtClean="0"/>
          </a:p>
          <a:p>
            <a:pPr lvl="4" fontAlgn="auto"/>
            <a:r>
              <a:rPr lang="zh-CN" altLang="zh-CN" strike="noStrike" noProof="1" dirty="0" smtClean="0"/>
              <a:t>第五级</a:t>
            </a:r>
            <a:endParaRPr lang="zh-CN" altLang="zh-CN" strike="noStrike" noProof="1" dirty="0" smtClean="0"/>
          </a:p>
        </p:txBody>
      </p:sp>
      <p:sp>
        <p:nvSpPr>
          <p:cNvPr id="5" name="日期占位符 4"/>
          <p:cNvSpPr>
            <a:spLocks noGrp="1"/>
          </p:cNvSpPr>
          <p:nvPr>
            <p:ph type="dt" sz="half" idx="10"/>
          </p:nvPr>
        </p:nvSpPr>
        <p:spPr/>
        <p:txBody>
          <a:bodyPr/>
          <a:p>
            <a:pPr fontAlgn="base"/>
            <a:fld id="{FD953FAA-DBEE-4BE3-9FC2-421D9BD1DF46}"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6" name="页脚占位符 5"/>
          <p:cNvSpPr>
            <a:spLocks noGrp="1"/>
          </p:cNvSpPr>
          <p:nvPr>
            <p:ph type="ftr" sz="quarter" idx="11"/>
          </p:nvPr>
        </p:nvSpPr>
        <p:spPr/>
        <p:txBody>
          <a:bodyPr/>
          <a:p>
            <a:pPr fontAlgn="base"/>
            <a:endParaRPr lang="zh-CN" altLang="en-US" strike="noStrike" noProof="1"/>
          </a:p>
        </p:txBody>
      </p:sp>
      <p:sp>
        <p:nvSpPr>
          <p:cNvPr id="7" name="灯片编号占位符 6"/>
          <p:cNvSpPr>
            <a:spLocks noGrp="1"/>
          </p:cNvSpPr>
          <p:nvPr>
            <p:ph type="sldNum" sz="quarter" idx="12"/>
          </p:nvPr>
        </p:nvSpPr>
        <p:spPr/>
        <p:txBody>
          <a:bodyPr/>
          <a:p>
            <a:pPr fontAlgn="base"/>
            <a:fld id="{839DDB2E-1410-41FA-A8E6-84C1C854425F}"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1727199" y="118532"/>
            <a:ext cx="6984076" cy="717022"/>
          </a:xfrm>
        </p:spPr>
        <p:txBody>
          <a:bodyPr/>
          <a:lstStyle/>
          <a:p>
            <a:pPr fontAlgn="auto"/>
            <a:r>
              <a:rPr lang="zh-CN" altLang="en-US" strike="noStrike" noProof="1" smtClean="0"/>
              <a:t>单击此处编辑母版标题样式</a:t>
            </a:r>
            <a:endParaRPr lang="en-US" strike="noStrike" noProof="1" dirty="0"/>
          </a:p>
        </p:txBody>
      </p:sp>
      <p:sp>
        <p:nvSpPr>
          <p:cNvPr id="3" name="Text Placeholder 2"/>
          <p:cNvSpPr>
            <a:spLocks noGrp="1"/>
          </p:cNvSpPr>
          <p:nvPr>
            <p:ph type="body" idx="1"/>
          </p:nvPr>
        </p:nvSpPr>
        <p:spPr>
          <a:xfrm>
            <a:off x="824576" y="1376362"/>
            <a:ext cx="3868340"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smtClean="0"/>
              <a:t>单击此处编辑母版文本样式</a:t>
            </a:r>
            <a:endParaRPr lang="zh-CN" altLang="en-US" strike="noStrike" noProof="1" smtClean="0"/>
          </a:p>
        </p:txBody>
      </p:sp>
      <p:sp>
        <p:nvSpPr>
          <p:cNvPr id="4" name="KSO_BC1"/>
          <p:cNvSpPr>
            <a:spLocks noGrp="1"/>
          </p:cNvSpPr>
          <p:nvPr>
            <p:ph sz="half" idx="2"/>
          </p:nvPr>
        </p:nvSpPr>
        <p:spPr>
          <a:xfrm>
            <a:off x="824576" y="2200274"/>
            <a:ext cx="3868340" cy="3684588"/>
          </a:xfrm>
        </p:spPr>
        <p:txBody>
          <a:bodyPr/>
          <a:lstStyle/>
          <a:p>
            <a:pPr lvl="0" fontAlgn="auto"/>
            <a:r>
              <a:rPr lang="zh-CN" altLang="zh-CN" strike="noStrike" noProof="1" dirty="0" smtClean="0"/>
              <a:t>单击此处编辑母版文本样式</a:t>
            </a:r>
            <a:endParaRPr lang="zh-CN" altLang="zh-CN" strike="noStrike" noProof="1" dirty="0" smtClean="0"/>
          </a:p>
          <a:p>
            <a:pPr lvl="1" fontAlgn="auto"/>
            <a:r>
              <a:rPr lang="zh-CN" altLang="zh-CN" strike="noStrike" noProof="1" dirty="0" smtClean="0"/>
              <a:t>第二级</a:t>
            </a:r>
            <a:endParaRPr lang="zh-CN" altLang="zh-CN" strike="noStrike" noProof="1" dirty="0" smtClean="0"/>
          </a:p>
          <a:p>
            <a:pPr lvl="2" fontAlgn="auto"/>
            <a:r>
              <a:rPr lang="zh-CN" altLang="zh-CN" strike="noStrike" noProof="1" dirty="0" smtClean="0"/>
              <a:t>第三级</a:t>
            </a:r>
            <a:endParaRPr lang="zh-CN" altLang="zh-CN" strike="noStrike" noProof="1" dirty="0" smtClean="0"/>
          </a:p>
          <a:p>
            <a:pPr lvl="3" fontAlgn="auto"/>
            <a:r>
              <a:rPr lang="zh-CN" altLang="zh-CN" strike="noStrike" noProof="1" dirty="0" smtClean="0"/>
              <a:t>第四级</a:t>
            </a:r>
            <a:endParaRPr lang="zh-CN" altLang="zh-CN" strike="noStrike" noProof="1" dirty="0" smtClean="0"/>
          </a:p>
          <a:p>
            <a:pPr lvl="4" fontAlgn="auto"/>
            <a:r>
              <a:rPr lang="zh-CN" altLang="zh-CN" strike="noStrike" noProof="1" dirty="0" smtClean="0"/>
              <a:t>第五级</a:t>
            </a:r>
            <a:endParaRPr lang="zh-CN" altLang="zh-CN" strike="noStrike" noProof="1" dirty="0" smtClean="0"/>
          </a:p>
        </p:txBody>
      </p:sp>
      <p:sp>
        <p:nvSpPr>
          <p:cNvPr id="5" name="Text Placeholder 4"/>
          <p:cNvSpPr>
            <a:spLocks noGrp="1"/>
          </p:cNvSpPr>
          <p:nvPr>
            <p:ph type="body" sz="quarter" idx="3"/>
          </p:nvPr>
        </p:nvSpPr>
        <p:spPr>
          <a:xfrm>
            <a:off x="4823884" y="1376362"/>
            <a:ext cx="3887391"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smtClean="0"/>
              <a:t>单击此处编辑母版文本样式</a:t>
            </a:r>
            <a:endParaRPr lang="zh-CN" altLang="en-US" strike="noStrike" noProof="1" smtClean="0"/>
          </a:p>
        </p:txBody>
      </p:sp>
      <p:sp>
        <p:nvSpPr>
          <p:cNvPr id="6" name="KSO_BC2"/>
          <p:cNvSpPr>
            <a:spLocks noGrp="1"/>
          </p:cNvSpPr>
          <p:nvPr>
            <p:ph sz="quarter" idx="4"/>
          </p:nvPr>
        </p:nvSpPr>
        <p:spPr>
          <a:xfrm>
            <a:off x="4823884" y="2200274"/>
            <a:ext cx="3887391" cy="3684588"/>
          </a:xfrm>
        </p:spPr>
        <p:txBody>
          <a:bodyPr/>
          <a:lstStyle/>
          <a:p>
            <a:pPr lvl="0" fontAlgn="auto"/>
            <a:r>
              <a:rPr lang="zh-CN" altLang="zh-CN" strike="noStrike" noProof="1" dirty="0" smtClean="0"/>
              <a:t>单击此处编辑母版文本样式</a:t>
            </a:r>
            <a:endParaRPr lang="zh-CN" altLang="zh-CN" strike="noStrike" noProof="1" dirty="0" smtClean="0"/>
          </a:p>
          <a:p>
            <a:pPr lvl="1" fontAlgn="auto"/>
            <a:r>
              <a:rPr lang="zh-CN" altLang="zh-CN" strike="noStrike" noProof="1" dirty="0" smtClean="0"/>
              <a:t>第二级</a:t>
            </a:r>
            <a:endParaRPr lang="zh-CN" altLang="zh-CN" strike="noStrike" noProof="1" dirty="0" smtClean="0"/>
          </a:p>
          <a:p>
            <a:pPr lvl="2" fontAlgn="auto"/>
            <a:r>
              <a:rPr lang="zh-CN" altLang="zh-CN" strike="noStrike" noProof="1" dirty="0" smtClean="0"/>
              <a:t>第三级</a:t>
            </a:r>
            <a:endParaRPr lang="zh-CN" altLang="zh-CN" strike="noStrike" noProof="1" dirty="0" smtClean="0"/>
          </a:p>
          <a:p>
            <a:pPr lvl="3" fontAlgn="auto"/>
            <a:r>
              <a:rPr lang="zh-CN" altLang="zh-CN" strike="noStrike" noProof="1" dirty="0" smtClean="0"/>
              <a:t>第四级</a:t>
            </a:r>
            <a:endParaRPr lang="zh-CN" altLang="zh-CN" strike="noStrike" noProof="1" dirty="0" smtClean="0"/>
          </a:p>
          <a:p>
            <a:pPr lvl="4" fontAlgn="auto"/>
            <a:r>
              <a:rPr lang="zh-CN" altLang="zh-CN" strike="noStrike" noProof="1" dirty="0" smtClean="0"/>
              <a:t>第五级</a:t>
            </a:r>
            <a:endParaRPr lang="zh-CN" altLang="zh-CN" strike="noStrike" noProof="1" dirty="0" smtClean="0"/>
          </a:p>
        </p:txBody>
      </p:sp>
      <p:sp>
        <p:nvSpPr>
          <p:cNvPr id="7" name="日期占位符 6"/>
          <p:cNvSpPr>
            <a:spLocks noGrp="1"/>
          </p:cNvSpPr>
          <p:nvPr>
            <p:ph type="dt" sz="half" idx="10"/>
          </p:nvPr>
        </p:nvSpPr>
        <p:spPr/>
        <p:txBody>
          <a:bodyPr/>
          <a:p>
            <a:pPr fontAlgn="base"/>
            <a:fld id="{FD953FAA-DBEE-4BE3-9FC2-421D9BD1DF46}"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8" name="页脚占位符 7"/>
          <p:cNvSpPr>
            <a:spLocks noGrp="1"/>
          </p:cNvSpPr>
          <p:nvPr>
            <p:ph type="ftr" sz="quarter" idx="11"/>
          </p:nvPr>
        </p:nvSpPr>
        <p:spPr/>
        <p:txBody>
          <a:bodyPr/>
          <a:p>
            <a:pPr fontAlgn="base"/>
            <a:endParaRPr lang="zh-CN" altLang="en-US" strike="noStrike" noProof="1"/>
          </a:p>
        </p:txBody>
      </p:sp>
      <p:sp>
        <p:nvSpPr>
          <p:cNvPr id="9" name="灯片编号占位符 8"/>
          <p:cNvSpPr>
            <a:spLocks noGrp="1"/>
          </p:cNvSpPr>
          <p:nvPr>
            <p:ph type="sldNum" sz="quarter" idx="12"/>
          </p:nvPr>
        </p:nvSpPr>
        <p:spPr/>
        <p:txBody>
          <a:bodyPr/>
          <a:p>
            <a:pPr fontAlgn="base"/>
            <a:fld id="{839DDB2E-1410-41FA-A8E6-84C1C854425F}"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空心弧 5"/>
          <p:cNvSpPr/>
          <p:nvPr/>
        </p:nvSpPr>
        <p:spPr bwMode="auto">
          <a:xfrm rot="7086271">
            <a:off x="5027613" y="2576513"/>
            <a:ext cx="1482725" cy="1482725"/>
          </a:xfrm>
          <a:prstGeom prst="blockArc">
            <a:avLst>
              <a:gd name="adj1" fmla="val 5502533"/>
              <a:gd name="adj2" fmla="val 1980318"/>
              <a:gd name="adj3" fmla="val 1053"/>
            </a:avLst>
          </a:prstGeom>
          <a:solidFill>
            <a:schemeClr val="accent1"/>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eaLnBrk="1" fontAlgn="base" hangingPunct="1">
              <a:spcBef>
                <a:spcPts val="0"/>
              </a:spcBef>
              <a:spcAft>
                <a:spcPts val="0"/>
              </a:spcAft>
              <a:defRPr/>
            </a:pPr>
            <a:endParaRPr lang="zh-CN" altLang="en-US" strike="noStrike" noProof="1">
              <a:solidFill>
                <a:schemeClr val="tx1"/>
              </a:solidFill>
            </a:endParaRPr>
          </a:p>
        </p:txBody>
      </p:sp>
      <p:sp>
        <p:nvSpPr>
          <p:cNvPr id="2" name="KSO_BT1"/>
          <p:cNvSpPr>
            <a:spLocks noGrp="1"/>
          </p:cNvSpPr>
          <p:nvPr>
            <p:ph type="title" hasCustomPrompt="1"/>
          </p:nvPr>
        </p:nvSpPr>
        <p:spPr>
          <a:xfrm>
            <a:off x="2743200" y="2815200"/>
            <a:ext cx="3322800" cy="1015200"/>
          </a:xfrm>
        </p:spPr>
        <p:txBody>
          <a:bodyPr anchor="t" anchorCtr="0">
            <a:normAutofit/>
          </a:bodyPr>
          <a:lstStyle>
            <a:lvl1pPr>
              <a:defRPr sz="6000" b="0">
                <a:solidFill>
                  <a:schemeClr val="accent1"/>
                </a:solidFill>
              </a:defRPr>
            </a:lvl1pPr>
          </a:lstStyle>
          <a:p>
            <a:pPr fontAlgn="auto"/>
            <a:r>
              <a:rPr lang="zh-CN" altLang="en-US" strike="noStrike" noProof="1" dirty="0" smtClean="0"/>
              <a:t>编辑标题</a:t>
            </a:r>
            <a:endParaRPr lang="en-US" strike="noStrike" noProof="1" dirty="0"/>
          </a:p>
        </p:txBody>
      </p:sp>
      <p:sp>
        <p:nvSpPr>
          <p:cNvPr id="3" name="日期占位符 2"/>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p>
            <a:pPr fontAlgn="base"/>
            <a:fld id="{FD953FAA-DBEE-4BE3-9FC2-421D9BD1DF46}"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4" name="页脚占位符 3"/>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p>
            <a:pPr fontAlgn="base"/>
            <a:endParaRPr lang="zh-CN" altLang="en-US" strike="noStrike" noProof="1"/>
          </a:p>
        </p:txBody>
      </p:sp>
      <p:sp>
        <p:nvSpPr>
          <p:cNvPr id="5" name="灯片编号占位符 4"/>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p>
            <a:pPr fontAlgn="base"/>
            <a:fld id="{839DDB2E-1410-41FA-A8E6-84C1C854425F}"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fontAlgn="base"/>
            <a:fld id="{FD953FAA-DBEE-4BE3-9FC2-421D9BD1DF46}"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3" name="页脚占位符 2"/>
          <p:cNvSpPr>
            <a:spLocks noGrp="1"/>
          </p:cNvSpPr>
          <p:nvPr>
            <p:ph type="ftr" sz="quarter" idx="11"/>
          </p:nvPr>
        </p:nvSpPr>
        <p:spPr/>
        <p:txBody>
          <a:bodyPr/>
          <a:p>
            <a:pPr fontAlgn="base"/>
            <a:endParaRPr lang="zh-CN" altLang="en-US" strike="noStrike" noProof="1"/>
          </a:p>
        </p:txBody>
      </p:sp>
      <p:sp>
        <p:nvSpPr>
          <p:cNvPr id="4" name="灯片编号占位符 3"/>
          <p:cNvSpPr>
            <a:spLocks noGrp="1"/>
          </p:cNvSpPr>
          <p:nvPr>
            <p:ph type="sldNum" sz="quarter" idx="12"/>
          </p:nvPr>
        </p:nvSpPr>
        <p:spPr/>
        <p:txBody>
          <a:bodyPr/>
          <a:p>
            <a:pPr fontAlgn="base"/>
            <a:fld id="{839DDB2E-1410-41FA-A8E6-84C1C854425F}"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5124" name="矩形 8"/>
          <p:cNvSpPr/>
          <p:nvPr/>
        </p:nvSpPr>
        <p:spPr>
          <a:xfrm>
            <a:off x="835025" y="1190625"/>
            <a:ext cx="47625" cy="539750"/>
          </a:xfrm>
          <a:prstGeom prst="rect">
            <a:avLst/>
          </a:prstGeom>
          <a:solidFill>
            <a:schemeClr val="accent1"/>
          </a:solidFill>
          <a:ln w="9525">
            <a:noFill/>
          </a:ln>
        </p:spPr>
        <p:txBody>
          <a:bodyPr wrap="square" anchor="ctr"/>
          <a:p>
            <a:pPr lvl="0" indent="0" algn="ctr">
              <a:lnSpc>
                <a:spcPct val="90000"/>
              </a:lnSpc>
              <a:buFont typeface="Arial" panose="020B0604020202020204" pitchFamily="34" charset="0"/>
            </a:pPr>
            <a:endParaRPr lang="zh-CN" altLang="zh-CN" sz="1800">
              <a:solidFill>
                <a:srgbClr val="FFFFFF"/>
              </a:solidFill>
              <a:latin typeface="Arial" panose="020B0604020202020204" pitchFamily="34" charset="0"/>
              <a:ea typeface="宋体" panose="02010600030101010101" pitchFamily="2" charset="-122"/>
            </a:endParaRPr>
          </a:p>
        </p:txBody>
      </p:sp>
      <p:sp>
        <p:nvSpPr>
          <p:cNvPr id="5125" name="矩形 3"/>
          <p:cNvSpPr/>
          <p:nvPr/>
        </p:nvSpPr>
        <p:spPr>
          <a:xfrm>
            <a:off x="790575" y="2540000"/>
            <a:ext cx="3438525" cy="3333750"/>
          </a:xfrm>
          <a:prstGeom prst="rect">
            <a:avLst/>
          </a:prstGeom>
          <a:solidFill>
            <a:schemeClr val="accent1"/>
          </a:solidFill>
          <a:ln w="9525">
            <a:noFill/>
          </a:ln>
        </p:spPr>
        <p:txBody>
          <a:bodyPr wrap="square" lIns="180000" tIns="46800" rIns="180000" bIns="46800" anchor="ctr"/>
          <a:p>
            <a:pPr lvl="0" indent="0">
              <a:lnSpc>
                <a:spcPct val="130000"/>
              </a:lnSpc>
              <a:spcAft>
                <a:spcPts val="600"/>
              </a:spcAft>
              <a:buFont typeface="Arial" panose="020B0604020202020204" pitchFamily="34" charset="0"/>
            </a:pPr>
            <a:endParaRPr lang="zh-CN" altLang="en-US" sz="1400" dirty="0">
              <a:solidFill>
                <a:srgbClr val="FFFFFF"/>
              </a:solidFill>
              <a:latin typeface="黑体" panose="02010600030101010101" charset="-122"/>
              <a:ea typeface="黑体" panose="02010600030101010101" charset="-122"/>
            </a:endParaRPr>
          </a:p>
        </p:txBody>
      </p:sp>
      <p:sp>
        <p:nvSpPr>
          <p:cNvPr id="2" name="标题 1"/>
          <p:cNvSpPr>
            <a:spLocks noGrp="1"/>
          </p:cNvSpPr>
          <p:nvPr>
            <p:ph type="title"/>
          </p:nvPr>
        </p:nvSpPr>
        <p:spPr>
          <a:xfrm>
            <a:off x="1000800" y="982800"/>
            <a:ext cx="6541200" cy="802800"/>
          </a:xfrm>
        </p:spPr>
        <p:txBody>
          <a:bodyPr anchor="ctr" anchorCtr="0">
            <a:normAutofit/>
          </a:bodyPr>
          <a:lstStyle>
            <a:lvl1pPr>
              <a:defRPr sz="3600" b="0"/>
            </a:lvl1pPr>
          </a:lstStyle>
          <a:p>
            <a:pPr fontAlgn="auto"/>
            <a:r>
              <a:rPr lang="zh-CN" altLang="en-US" strike="noStrike" noProof="1" dirty="0" smtClean="0"/>
              <a:t>单击此处编辑母版标题样式</a:t>
            </a:r>
            <a:endParaRPr lang="zh-CN" altLang="en-US" strike="noStrike" noProof="1" dirty="0"/>
          </a:p>
        </p:txBody>
      </p:sp>
      <p:sp>
        <p:nvSpPr>
          <p:cNvPr id="3" name="图片占位符 2"/>
          <p:cNvSpPr>
            <a:spLocks noGrp="1"/>
          </p:cNvSpPr>
          <p:nvPr>
            <p:ph type="pic" idx="1"/>
          </p:nvPr>
        </p:nvSpPr>
        <p:spPr>
          <a:xfrm>
            <a:off x="4230000" y="2541600"/>
            <a:ext cx="4914000" cy="3333600"/>
          </a:xfrm>
        </p:spPr>
        <p:txBody>
          <a:bodyPr anchor="ctr" anchorCtr="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fontAlgn="auto"/>
            <a:endParaRPr lang="zh-CN" altLang="en-US" strike="noStrike" noProof="1"/>
          </a:p>
        </p:txBody>
      </p:sp>
      <p:sp>
        <p:nvSpPr>
          <p:cNvPr id="4" name="文本占位符 3"/>
          <p:cNvSpPr>
            <a:spLocks noGrp="1"/>
          </p:cNvSpPr>
          <p:nvPr>
            <p:ph type="body" sz="half" idx="2"/>
          </p:nvPr>
        </p:nvSpPr>
        <p:spPr>
          <a:xfrm>
            <a:off x="1224000" y="3290400"/>
            <a:ext cx="2761200" cy="1836000"/>
          </a:xfrm>
        </p:spPr>
        <p:txBody>
          <a:bodyPr lIns="0" rIns="0">
            <a:normAutofit/>
          </a:bodyPr>
          <a:lstStyle>
            <a:lvl1pPr marL="0" indent="0" algn="l">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auto"/>
            <a:r>
              <a:rPr lang="zh-CN" altLang="en-US" strike="noStrike" noProof="1" dirty="0" smtClean="0"/>
              <a:t>单击此处编辑母版文本样式</a:t>
            </a:r>
            <a:endParaRPr lang="zh-CN" altLang="en-US" strike="noStrike" noProof="1" dirty="0" smtClean="0"/>
          </a:p>
        </p:txBody>
      </p:sp>
      <p:sp>
        <p:nvSpPr>
          <p:cNvPr id="5" name="日期占位符 4"/>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p>
            <a:pPr fontAlgn="base"/>
            <a:fld id="{FD953FAA-DBEE-4BE3-9FC2-421D9BD1DF46}"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6" name="页脚占位符 5"/>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p>
            <a:pPr fontAlgn="base"/>
            <a:endParaRPr lang="zh-CN" altLang="en-US" strike="noStrike" noProof="1"/>
          </a:p>
        </p:txBody>
      </p:sp>
      <p:sp>
        <p:nvSpPr>
          <p:cNvPr id="7" name="灯片编号占位符 6"/>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p>
            <a:pPr fontAlgn="base"/>
            <a:fld id="{839DDB2E-1410-41FA-A8E6-84C1C854425F}"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7628467" y="365125"/>
            <a:ext cx="886883" cy="5811838"/>
          </a:xfrm>
        </p:spPr>
        <p:txBody>
          <a:bodyPr vert="eaVert"/>
          <a:lstStyle/>
          <a:p>
            <a:pPr fontAlgn="auto"/>
            <a:r>
              <a:rPr lang="zh-CN" altLang="en-US" strike="noStrike" noProof="1" smtClean="0"/>
              <a:t>单击此处编辑母版标题样式</a:t>
            </a:r>
            <a:endParaRPr lang="en-US" strike="noStrike" noProof="1" dirty="0"/>
          </a:p>
        </p:txBody>
      </p:sp>
      <p:sp>
        <p:nvSpPr>
          <p:cNvPr id="3" name="KSO_BC1"/>
          <p:cNvSpPr>
            <a:spLocks noGrp="1"/>
          </p:cNvSpPr>
          <p:nvPr>
            <p:ph type="body" orient="vert" idx="1"/>
          </p:nvPr>
        </p:nvSpPr>
        <p:spPr>
          <a:xfrm>
            <a:off x="1585381" y="365125"/>
            <a:ext cx="5949952" cy="5811838"/>
          </a:xfrm>
        </p:spPr>
        <p:txBody>
          <a:bodyPr vert="eaVert"/>
          <a:lstStyle/>
          <a:p>
            <a:pPr lvl="0" fontAlgn="auto"/>
            <a:r>
              <a:rPr lang="zh-CN" altLang="zh-CN" strike="noStrike" noProof="1" dirty="0" smtClean="0"/>
              <a:t>单击此处编辑母版文本样式</a:t>
            </a:r>
            <a:endParaRPr lang="zh-CN" altLang="zh-CN" strike="noStrike" noProof="1" dirty="0" smtClean="0"/>
          </a:p>
          <a:p>
            <a:pPr lvl="1" fontAlgn="auto"/>
            <a:r>
              <a:rPr lang="zh-CN" altLang="zh-CN" strike="noStrike" noProof="1" dirty="0" smtClean="0"/>
              <a:t>第二级</a:t>
            </a:r>
            <a:endParaRPr lang="zh-CN" altLang="zh-CN" strike="noStrike" noProof="1" dirty="0" smtClean="0"/>
          </a:p>
          <a:p>
            <a:pPr lvl="2" fontAlgn="auto"/>
            <a:r>
              <a:rPr lang="zh-CN" altLang="zh-CN" strike="noStrike" noProof="1" dirty="0" smtClean="0"/>
              <a:t>第三级</a:t>
            </a:r>
            <a:endParaRPr lang="zh-CN" altLang="zh-CN" strike="noStrike" noProof="1" dirty="0" smtClean="0"/>
          </a:p>
          <a:p>
            <a:pPr lvl="3" fontAlgn="auto"/>
            <a:r>
              <a:rPr lang="zh-CN" altLang="zh-CN" strike="noStrike" noProof="1" dirty="0" smtClean="0"/>
              <a:t>第四级</a:t>
            </a:r>
            <a:endParaRPr lang="zh-CN" altLang="zh-CN" strike="noStrike" noProof="1" dirty="0" smtClean="0"/>
          </a:p>
          <a:p>
            <a:pPr lvl="4" fontAlgn="auto"/>
            <a:r>
              <a:rPr lang="zh-CN" altLang="zh-CN" strike="noStrike" noProof="1" dirty="0" smtClean="0"/>
              <a:t>第五级</a:t>
            </a:r>
            <a:endParaRPr lang="zh-CN" altLang="zh-CN" strike="noStrike" noProof="1" dirty="0" smtClean="0"/>
          </a:p>
        </p:txBody>
      </p:sp>
      <p:sp>
        <p:nvSpPr>
          <p:cNvPr id="4" name="日期占位符 3"/>
          <p:cNvSpPr>
            <a:spLocks noGrp="1"/>
          </p:cNvSpPr>
          <p:nvPr>
            <p:ph type="dt" sz="half" idx="10"/>
          </p:nvPr>
        </p:nvSpPr>
        <p:spPr/>
        <p:txBody>
          <a:bodyPr/>
          <a:p>
            <a:pPr fontAlgn="base"/>
            <a:fld id="{FD953FAA-DBEE-4BE3-9FC2-421D9BD1DF46}"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p:txBody>
          <a:bodyPr/>
          <a:p>
            <a:pPr fontAlgn="base"/>
            <a:endParaRPr lang="zh-CN" altLang="en-US" strike="noStrike" noProof="1"/>
          </a:p>
        </p:txBody>
      </p:sp>
      <p:sp>
        <p:nvSpPr>
          <p:cNvPr id="6" name="灯片编号占位符 5"/>
          <p:cNvSpPr>
            <a:spLocks noGrp="1"/>
          </p:cNvSpPr>
          <p:nvPr>
            <p:ph type="sldNum" sz="quarter" idx="12"/>
          </p:nvPr>
        </p:nvSpPr>
        <p:spPr/>
        <p:txBody>
          <a:bodyPr/>
          <a:p>
            <a:pPr fontAlgn="base"/>
            <a:fld id="{839DDB2E-1410-41FA-A8E6-84C1C854425F}"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28200" y="408675"/>
            <a:ext cx="7887600" cy="5810400"/>
          </a:xfrm>
        </p:spPr>
        <p:txBody>
          <a:bodyPr/>
          <a:lstStyle>
            <a:lvl1pPr>
              <a:defRPr sz="2400"/>
            </a:lvl1pPr>
            <a:lvl2pPr>
              <a:defRPr sz="2000"/>
            </a:lvl2pPr>
            <a:lvl3pPr>
              <a:defRPr sz="1800"/>
            </a:lvl3pPr>
            <a:lvl4pPr>
              <a:defRPr sz="1800"/>
            </a:lvl4pPr>
            <a:lvl5pPr>
              <a:defRPr sz="1800"/>
            </a:lvl5pPr>
          </a:lstStyle>
          <a:p>
            <a:pPr lvl="0" fontAlgn="auto"/>
            <a:r>
              <a:rPr lang="zh-CN" altLang="en-US" strike="noStrike" noProof="1" dirty="0" smtClean="0"/>
              <a:t>单击此处编辑母版文本样式</a:t>
            </a:r>
            <a:endParaRPr lang="zh-CN" altLang="en-US" strike="noStrike" noProof="1" dirty="0" smtClean="0"/>
          </a:p>
          <a:p>
            <a:pPr lvl="1" fontAlgn="auto"/>
            <a:r>
              <a:rPr lang="zh-CN" altLang="en-US" strike="noStrike" noProof="1" dirty="0" smtClean="0"/>
              <a:t>第二级</a:t>
            </a:r>
            <a:endParaRPr lang="zh-CN" altLang="en-US" strike="noStrike" noProof="1" dirty="0" smtClean="0"/>
          </a:p>
          <a:p>
            <a:pPr lvl="2" fontAlgn="auto"/>
            <a:r>
              <a:rPr lang="zh-CN" altLang="en-US" strike="noStrike" noProof="1" dirty="0" smtClean="0"/>
              <a:t>第三级</a:t>
            </a:r>
            <a:endParaRPr lang="zh-CN" altLang="en-US" strike="noStrike" noProof="1" dirty="0" smtClean="0"/>
          </a:p>
          <a:p>
            <a:pPr lvl="3" fontAlgn="auto"/>
            <a:r>
              <a:rPr lang="zh-CN" altLang="en-US" strike="noStrike" noProof="1" dirty="0" smtClean="0"/>
              <a:t>第四级</a:t>
            </a:r>
            <a:endParaRPr lang="zh-CN" altLang="en-US" strike="noStrike" noProof="1" dirty="0" smtClean="0"/>
          </a:p>
          <a:p>
            <a:pPr lvl="4" fontAlgn="auto"/>
            <a:r>
              <a:rPr lang="zh-CN" altLang="en-US" strike="noStrike" noProof="1" dirty="0" smtClean="0"/>
              <a:t>第五级</a:t>
            </a:r>
            <a:endParaRPr lang="zh-CN" altLang="en-US" strike="noStrike" noProof="1" dirty="0"/>
          </a:p>
        </p:txBody>
      </p:sp>
      <p:sp>
        <p:nvSpPr>
          <p:cNvPr id="2" name="日期占位符 1"/>
          <p:cNvSpPr>
            <a:spLocks noGrp="1"/>
          </p:cNvSpPr>
          <p:nvPr>
            <p:ph type="dt" sz="half" idx="10"/>
          </p:nvPr>
        </p:nvSpPr>
        <p:spPr/>
        <p:txBody>
          <a:bodyPr/>
          <a:p>
            <a:pPr fontAlgn="base"/>
            <a:fld id="{FD953FAA-DBEE-4BE3-9FC2-421D9BD1DF46}"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4" name="页脚占位符 3"/>
          <p:cNvSpPr>
            <a:spLocks noGrp="1"/>
          </p:cNvSpPr>
          <p:nvPr>
            <p:ph type="ftr" sz="quarter" idx="11"/>
          </p:nvPr>
        </p:nvSpPr>
        <p:spPr/>
        <p:txBody>
          <a:bodyPr/>
          <a:p>
            <a:pPr fontAlgn="base"/>
            <a:endParaRPr lang="zh-CN" altLang="en-US" strike="noStrike" noProof="1"/>
          </a:p>
        </p:txBody>
      </p:sp>
      <p:sp>
        <p:nvSpPr>
          <p:cNvPr id="5" name="灯片编号占位符 4"/>
          <p:cNvSpPr>
            <a:spLocks noGrp="1"/>
          </p:cNvSpPr>
          <p:nvPr>
            <p:ph type="sldNum" sz="quarter" idx="12"/>
          </p:nvPr>
        </p:nvSpPr>
        <p:spPr/>
        <p:txBody>
          <a:bodyPr/>
          <a:p>
            <a:pPr fontAlgn="base"/>
            <a:fld id="{839DDB2E-1410-41FA-A8E6-84C1C854425F}"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image" Target="../media/image2.pn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pic>
        <p:nvPicPr>
          <p:cNvPr id="1026" name="图片 13"/>
          <p:cNvPicPr>
            <a:picLocks noChangeAspect="1"/>
          </p:cNvPicPr>
          <p:nvPr/>
        </p:nvPicPr>
        <p:blipFill>
          <a:blip r:embed="rId11"/>
          <a:srcRect l="380" t="1848"/>
          <a:stretch>
            <a:fillRect/>
          </a:stretch>
        </p:blipFill>
        <p:spPr>
          <a:xfrm>
            <a:off x="0" y="0"/>
            <a:ext cx="9144000" cy="6858000"/>
          </a:xfrm>
          <a:prstGeom prst="rect">
            <a:avLst/>
          </a:prstGeom>
          <a:noFill/>
          <a:ln w="9525">
            <a:noFill/>
          </a:ln>
        </p:spPr>
      </p:pic>
      <p:sp>
        <p:nvSpPr>
          <p:cNvPr id="7" name="矩形 6"/>
          <p:cNvSpPr/>
          <p:nvPr/>
        </p:nvSpPr>
        <p:spPr>
          <a:xfrm>
            <a:off x="0" y="0"/>
            <a:ext cx="9144000" cy="6858000"/>
          </a:xfrm>
          <a:prstGeom prst="rect">
            <a:avLst/>
          </a:prstGeom>
          <a:gradFill flip="none" rotWithShape="1">
            <a:gsLst>
              <a:gs pos="0">
                <a:schemeClr val="bg1">
                  <a:alpha val="67000"/>
                </a:schemeClr>
              </a:gs>
              <a:gs pos="100000">
                <a:srgbClr val="FFFFFF">
                  <a:shade val="100000"/>
                  <a:satMod val="115000"/>
                  <a:alpha val="74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fontAlgn="base"/>
            <a:endParaRPr lang="zh-CN" altLang="en-US" strike="noStrike" noProof="1"/>
          </a:p>
        </p:txBody>
      </p:sp>
      <p:sp>
        <p:nvSpPr>
          <p:cNvPr id="1028" name="KSO_BT1"/>
          <p:cNvSpPr>
            <a:spLocks noGrp="1"/>
          </p:cNvSpPr>
          <p:nvPr>
            <p:ph type="title"/>
          </p:nvPr>
        </p:nvSpPr>
        <p:spPr>
          <a:xfrm>
            <a:off x="382588" y="144463"/>
            <a:ext cx="8274050" cy="698500"/>
          </a:xfrm>
          <a:prstGeom prst="rect">
            <a:avLst/>
          </a:prstGeom>
          <a:noFill/>
          <a:ln w="9525">
            <a:noFill/>
          </a:ln>
        </p:spPr>
        <p:txBody>
          <a:bodyPr lIns="91440" tIns="45720" rIns="91440" bIns="45720" anchor="b"/>
          <a:p>
            <a:pPr lvl="0"/>
            <a:r>
              <a:rPr lang="zh-CN" altLang="en-US" dirty="0"/>
              <a:t>单击此处编辑母版标题样式</a:t>
            </a:r>
            <a:endParaRPr lang="en-US" altLang="zh-CN" dirty="0"/>
          </a:p>
        </p:txBody>
      </p:sp>
      <p:sp>
        <p:nvSpPr>
          <p:cNvPr id="1029" name="KSO_BC1"/>
          <p:cNvSpPr>
            <a:spLocks noGrp="1"/>
          </p:cNvSpPr>
          <p:nvPr>
            <p:ph type="body"/>
          </p:nvPr>
        </p:nvSpPr>
        <p:spPr>
          <a:xfrm>
            <a:off x="382588" y="1193800"/>
            <a:ext cx="8274050" cy="5026025"/>
          </a:xfrm>
          <a:prstGeom prst="rect">
            <a:avLst/>
          </a:prstGeom>
          <a:noFill/>
          <a:ln w="9525">
            <a:noFill/>
          </a:ln>
        </p:spPr>
        <p:txBody>
          <a:bodyPr lIns="91440" tIns="45720" rIns="91440" bIns="45720" anchor="t"/>
          <a:p>
            <a:pPr lvl="0" indent="-357505"/>
            <a:r>
              <a:rPr lang="zh-CN" altLang="zh-CN" dirty="0"/>
              <a:t>单击此处编辑母版文本样式</a:t>
            </a:r>
            <a:endParaRPr lang="zh-CN" altLang="zh-CN" dirty="0"/>
          </a:p>
          <a:p>
            <a:pPr lvl="1" indent="-342900"/>
            <a:r>
              <a:rPr lang="zh-CN" altLang="zh-CN" dirty="0"/>
              <a:t>第二级</a:t>
            </a:r>
            <a:endParaRPr lang="zh-CN" altLang="zh-CN" dirty="0"/>
          </a:p>
          <a:p>
            <a:pPr lvl="2" indent="-228600"/>
            <a:r>
              <a:rPr lang="zh-CN" altLang="zh-CN" dirty="0"/>
              <a:t>第三级</a:t>
            </a:r>
            <a:endParaRPr lang="zh-CN" altLang="zh-CN" dirty="0"/>
          </a:p>
          <a:p>
            <a:pPr lvl="3" indent="-228600"/>
            <a:r>
              <a:rPr lang="zh-CN" altLang="zh-CN" dirty="0"/>
              <a:t>第四级</a:t>
            </a:r>
            <a:endParaRPr lang="zh-CN" altLang="zh-CN" dirty="0"/>
          </a:p>
          <a:p>
            <a:pPr lvl="4" indent="-228600"/>
            <a:r>
              <a:rPr lang="zh-CN" altLang="zh-CN" dirty="0"/>
              <a:t>第五级</a:t>
            </a:r>
            <a:endParaRPr lang="zh-CN" altLang="zh-CN" dirty="0"/>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pPr fontAlgn="base"/>
            <a:fld id="{FD953FAA-DBEE-4BE3-9FC2-421D9BD1DF46}"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pPr fontAlgn="base"/>
            <a:endParaRPr lang="zh-CN" altLang="en-US" strike="noStrike" noProof="1"/>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pPr fontAlgn="base"/>
            <a:fld id="{839DDB2E-1410-41FA-A8E6-84C1C854425F}"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l" defTabSz="914400" rtl="0" eaLnBrk="1" latinLnBrk="0" hangingPunct="1">
        <a:lnSpc>
          <a:spcPct val="90000"/>
        </a:lnSpc>
        <a:spcBef>
          <a:spcPct val="0"/>
        </a:spcBef>
        <a:buNone/>
        <a:defRPr sz="3200" b="1" i="0" kern="1200" baseline="0">
          <a:solidFill>
            <a:schemeClr val="accent2">
              <a:lumMod val="75000"/>
            </a:schemeClr>
          </a:solidFill>
          <a:effectLst/>
          <a:latin typeface="Arial" panose="020B0604020202020204" pitchFamily="34" charset="0"/>
          <a:ea typeface="+mj-ea"/>
          <a:cs typeface="+mj-cs"/>
        </a:defRPr>
      </a:lvl1pPr>
    </p:titleStyle>
    <p:bodyStyle>
      <a:lvl1pPr marL="357505" indent="-357505" algn="just" defTabSz="914400" rtl="0" eaLnBrk="1" latinLnBrk="0" hangingPunct="1">
        <a:lnSpc>
          <a:spcPct val="110000"/>
        </a:lnSpc>
        <a:spcBef>
          <a:spcPts val="1800"/>
        </a:spcBef>
        <a:spcAft>
          <a:spcPts val="0"/>
        </a:spcAft>
        <a:buClr>
          <a:schemeClr val="accent2">
            <a:lumMod val="75000"/>
          </a:schemeClr>
        </a:buClr>
        <a:buSzPct val="70000"/>
        <a:buFont typeface="Wingdings" panose="05000000000000000000" pitchFamily="2" charset="2"/>
        <a:buChar char="m"/>
        <a:defRPr sz="2400" kern="1200" baseline="0">
          <a:solidFill>
            <a:schemeClr val="tx1"/>
          </a:solidFill>
          <a:latin typeface="+mn-ea"/>
          <a:ea typeface="+mn-ea"/>
          <a:cs typeface="+mn-cs"/>
        </a:defRPr>
      </a:lvl1pPr>
      <a:lvl2pPr marL="803275" indent="-342900" algn="just" defTabSz="914400" rtl="0" eaLnBrk="1" latinLnBrk="0" hangingPunct="1">
        <a:spcBef>
          <a:spcPts val="0"/>
        </a:spcBef>
        <a:spcAft>
          <a:spcPts val="0"/>
        </a:spcAft>
        <a:buClr>
          <a:schemeClr val="tx1"/>
        </a:buClr>
        <a:buFont typeface="Arial" panose="020B0604020202020204" pitchFamily="34" charset="0"/>
        <a:buChar char="•"/>
        <a:defRPr sz="2000" kern="1200" baseline="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4.xml"/><Relationship Id="rId2" Type="http://schemas.openxmlformats.org/officeDocument/2006/relationships/image" Target="../media/image4.emf"/><Relationship Id="rId1" Type="http://schemas.openxmlformats.org/officeDocument/2006/relationships/image" Target="../media/image3.emf"/></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xml"/><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7.xml"/><Relationship Id="rId3" Type="http://schemas.openxmlformats.org/officeDocument/2006/relationships/tags" Target="../tags/tag7.xml"/><Relationship Id="rId2" Type="http://schemas.openxmlformats.org/officeDocument/2006/relationships/image" Target="../media/image7.w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xml"/><Relationship Id="rId1" Type="http://schemas.openxmlformats.org/officeDocument/2006/relationships/image" Target="../media/image3.emf"/></Relationships>
</file>

<file path=ppt/slides/_rels/slide9.xml.rels><?xml version="1.0" encoding="UTF-8" standalone="yes"?>
<Relationships xmlns="http://schemas.openxmlformats.org/package/2006/relationships"><Relationship Id="rId9" Type="http://schemas.openxmlformats.org/officeDocument/2006/relationships/oleObject" Target="../embeddings/oleObject6.bin"/><Relationship Id="rId8" Type="http://schemas.openxmlformats.org/officeDocument/2006/relationships/image" Target="../media/image11.wmf"/><Relationship Id="rId7" Type="http://schemas.openxmlformats.org/officeDocument/2006/relationships/oleObject" Target="../embeddings/oleObject5.bin"/><Relationship Id="rId6" Type="http://schemas.openxmlformats.org/officeDocument/2006/relationships/image" Target="../media/image10.wmf"/><Relationship Id="rId5" Type="http://schemas.openxmlformats.org/officeDocument/2006/relationships/oleObject" Target="../embeddings/oleObject4.bin"/><Relationship Id="rId4" Type="http://schemas.openxmlformats.org/officeDocument/2006/relationships/image" Target="../media/image9.wmf"/><Relationship Id="rId3" Type="http://schemas.openxmlformats.org/officeDocument/2006/relationships/oleObject" Target="../embeddings/oleObject3.bin"/><Relationship Id="rId20" Type="http://schemas.openxmlformats.org/officeDocument/2006/relationships/vmlDrawing" Target="../drawings/vmlDrawing2.vml"/><Relationship Id="rId2" Type="http://schemas.openxmlformats.org/officeDocument/2006/relationships/image" Target="../media/image8.wmf"/><Relationship Id="rId19" Type="http://schemas.openxmlformats.org/officeDocument/2006/relationships/slideLayout" Target="../slideLayouts/slideLayout7.xml"/><Relationship Id="rId18" Type="http://schemas.openxmlformats.org/officeDocument/2006/relationships/tags" Target="../tags/tag9.xml"/><Relationship Id="rId17" Type="http://schemas.openxmlformats.org/officeDocument/2006/relationships/oleObject" Target="../embeddings/oleObject10.bin"/><Relationship Id="rId16" Type="http://schemas.openxmlformats.org/officeDocument/2006/relationships/image" Target="../media/image15.wmf"/><Relationship Id="rId15" Type="http://schemas.openxmlformats.org/officeDocument/2006/relationships/oleObject" Target="../embeddings/oleObject9.bin"/><Relationship Id="rId14" Type="http://schemas.openxmlformats.org/officeDocument/2006/relationships/image" Target="../media/image14.wmf"/><Relationship Id="rId13" Type="http://schemas.openxmlformats.org/officeDocument/2006/relationships/oleObject" Target="../embeddings/oleObject8.bin"/><Relationship Id="rId12" Type="http://schemas.openxmlformats.org/officeDocument/2006/relationships/image" Target="../media/image13.wmf"/><Relationship Id="rId11" Type="http://schemas.openxmlformats.org/officeDocument/2006/relationships/oleObject" Target="../embeddings/oleObject7.bin"/><Relationship Id="rId10" Type="http://schemas.openxmlformats.org/officeDocument/2006/relationships/image" Target="../media/image12.wmf"/><Relationship Id="rId1"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15.bin"/><Relationship Id="rId8" Type="http://schemas.openxmlformats.org/officeDocument/2006/relationships/image" Target="../media/image12.wmf"/><Relationship Id="rId7" Type="http://schemas.openxmlformats.org/officeDocument/2006/relationships/oleObject" Target="../embeddings/oleObject14.bin"/><Relationship Id="rId6" Type="http://schemas.openxmlformats.org/officeDocument/2006/relationships/image" Target="../media/image11.wmf"/><Relationship Id="rId5" Type="http://schemas.openxmlformats.org/officeDocument/2006/relationships/oleObject" Target="../embeddings/oleObject13.bin"/><Relationship Id="rId4" Type="http://schemas.openxmlformats.org/officeDocument/2006/relationships/image" Target="../media/image17.wmf"/><Relationship Id="rId3" Type="http://schemas.openxmlformats.org/officeDocument/2006/relationships/oleObject" Target="../embeddings/oleObject12.bin"/><Relationship Id="rId2" Type="http://schemas.openxmlformats.org/officeDocument/2006/relationships/image" Target="../media/image16.wmf"/><Relationship Id="rId15" Type="http://schemas.openxmlformats.org/officeDocument/2006/relationships/vmlDrawing" Target="../drawings/vmlDrawing3.vml"/><Relationship Id="rId14" Type="http://schemas.openxmlformats.org/officeDocument/2006/relationships/slideLayout" Target="../slideLayouts/slideLayout7.xml"/><Relationship Id="rId13" Type="http://schemas.openxmlformats.org/officeDocument/2006/relationships/tags" Target="../tags/tag10.xml"/><Relationship Id="rId12" Type="http://schemas.openxmlformats.org/officeDocument/2006/relationships/image" Target="../media/image15.wmf"/><Relationship Id="rId11" Type="http://schemas.openxmlformats.org/officeDocument/2006/relationships/oleObject" Target="../embeddings/oleObject16.bin"/><Relationship Id="rId10" Type="http://schemas.openxmlformats.org/officeDocument/2006/relationships/image" Target="../media/image18.wmf"/><Relationship Id="rId1" Type="http://schemas.openxmlformats.org/officeDocument/2006/relationships/oleObject" Target="../embeddings/oleObject11.bin"/></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7" Type="http://schemas.openxmlformats.org/officeDocument/2006/relationships/vmlDrawing" Target="../drawings/vmlDrawing4.vml"/><Relationship Id="rId6" Type="http://schemas.openxmlformats.org/officeDocument/2006/relationships/slideLayout" Target="../slideLayouts/slideLayout7.xml"/><Relationship Id="rId5" Type="http://schemas.openxmlformats.org/officeDocument/2006/relationships/tags" Target="../tags/tag12.xml"/><Relationship Id="rId4" Type="http://schemas.openxmlformats.org/officeDocument/2006/relationships/image" Target="../media/image20.emf"/><Relationship Id="rId3" Type="http://schemas.openxmlformats.org/officeDocument/2006/relationships/oleObject" Target="../embeddings/oleObject18.bin"/><Relationship Id="rId2" Type="http://schemas.openxmlformats.org/officeDocument/2006/relationships/image" Target="../media/image19.emf"/><Relationship Id="rId1" Type="http://schemas.openxmlformats.org/officeDocument/2006/relationships/oleObject" Target="../embeddings/oleObject17.bin"/></Relationships>
</file>

<file path=ppt/slides/_rels/slide13.xml.rels><?xml version="1.0" encoding="UTF-8" standalone="yes"?>
<Relationships xmlns="http://schemas.openxmlformats.org/package/2006/relationships"><Relationship Id="rId9" Type="http://schemas.openxmlformats.org/officeDocument/2006/relationships/oleObject" Target="../embeddings/oleObject23.bin"/><Relationship Id="rId8" Type="http://schemas.openxmlformats.org/officeDocument/2006/relationships/image" Target="../media/image24.wmf"/><Relationship Id="rId7" Type="http://schemas.openxmlformats.org/officeDocument/2006/relationships/oleObject" Target="../embeddings/oleObject22.bin"/><Relationship Id="rId6" Type="http://schemas.openxmlformats.org/officeDocument/2006/relationships/image" Target="../media/image23.wmf"/><Relationship Id="rId5" Type="http://schemas.openxmlformats.org/officeDocument/2006/relationships/oleObject" Target="../embeddings/oleObject21.bin"/><Relationship Id="rId4" Type="http://schemas.openxmlformats.org/officeDocument/2006/relationships/image" Target="../media/image22.wmf"/><Relationship Id="rId3" Type="http://schemas.openxmlformats.org/officeDocument/2006/relationships/oleObject" Target="../embeddings/oleObject20.bin"/><Relationship Id="rId2" Type="http://schemas.openxmlformats.org/officeDocument/2006/relationships/image" Target="../media/image21.wmf"/><Relationship Id="rId17" Type="http://schemas.openxmlformats.org/officeDocument/2006/relationships/vmlDrawing" Target="../drawings/vmlDrawing5.vml"/><Relationship Id="rId16" Type="http://schemas.openxmlformats.org/officeDocument/2006/relationships/slideLayout" Target="../slideLayouts/slideLayout7.xml"/><Relationship Id="rId15" Type="http://schemas.openxmlformats.org/officeDocument/2006/relationships/tags" Target="../tags/tag13.xml"/><Relationship Id="rId14" Type="http://schemas.openxmlformats.org/officeDocument/2006/relationships/image" Target="../media/image27.wmf"/><Relationship Id="rId13" Type="http://schemas.openxmlformats.org/officeDocument/2006/relationships/oleObject" Target="../embeddings/oleObject25.bin"/><Relationship Id="rId12" Type="http://schemas.openxmlformats.org/officeDocument/2006/relationships/image" Target="../media/image26.wmf"/><Relationship Id="rId11" Type="http://schemas.openxmlformats.org/officeDocument/2006/relationships/oleObject" Target="../embeddings/oleObject24.bin"/><Relationship Id="rId10" Type="http://schemas.openxmlformats.org/officeDocument/2006/relationships/image" Target="../media/image25.wmf"/><Relationship Id="rId1" Type="http://schemas.openxmlformats.org/officeDocument/2006/relationships/oleObject" Target="../embeddings/oleObject19.bin"/></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7" Type="http://schemas.openxmlformats.org/officeDocument/2006/relationships/vmlDrawing" Target="../drawings/vmlDrawing6.vml"/><Relationship Id="rId6" Type="http://schemas.openxmlformats.org/officeDocument/2006/relationships/slideLayout" Target="../slideLayouts/slideLayout7.xml"/><Relationship Id="rId5" Type="http://schemas.openxmlformats.org/officeDocument/2006/relationships/tags" Target="../tags/tag16.xml"/><Relationship Id="rId4" Type="http://schemas.openxmlformats.org/officeDocument/2006/relationships/image" Target="../media/image28.wmf"/><Relationship Id="rId3" Type="http://schemas.openxmlformats.org/officeDocument/2006/relationships/oleObject" Target="../embeddings/oleObject27.bin"/><Relationship Id="rId2" Type="http://schemas.openxmlformats.org/officeDocument/2006/relationships/image" Target="../media/image26.wmf"/><Relationship Id="rId1" Type="http://schemas.openxmlformats.org/officeDocument/2006/relationships/oleObject" Target="../embeddings/oleObject26.bin"/></Relationships>
</file>

<file path=ppt/slides/_rels/slide17.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7.xml"/><Relationship Id="rId4" Type="http://schemas.openxmlformats.org/officeDocument/2006/relationships/tags" Target="../tags/tag17.xml"/><Relationship Id="rId3" Type="http://schemas.openxmlformats.org/officeDocument/2006/relationships/image" Target="../media/image30.wmf"/><Relationship Id="rId2" Type="http://schemas.openxmlformats.org/officeDocument/2006/relationships/oleObject" Target="../embeddings/oleObject28.bin"/><Relationship Id="rId1" Type="http://schemas.openxmlformats.org/officeDocument/2006/relationships/image" Target="../media/image29.png"/></Relationships>
</file>

<file path=ppt/slides/_rels/slide18.xml.rels><?xml version="1.0" encoding="UTF-8" standalone="yes"?>
<Relationships xmlns="http://schemas.openxmlformats.org/package/2006/relationships"><Relationship Id="rId9" Type="http://schemas.openxmlformats.org/officeDocument/2006/relationships/oleObject" Target="../embeddings/oleObject32.bin"/><Relationship Id="rId8" Type="http://schemas.openxmlformats.org/officeDocument/2006/relationships/image" Target="../media/image34.wmf"/><Relationship Id="rId7" Type="http://schemas.openxmlformats.org/officeDocument/2006/relationships/oleObject" Target="../embeddings/oleObject31.bin"/><Relationship Id="rId6" Type="http://schemas.openxmlformats.org/officeDocument/2006/relationships/image" Target="../media/image33.png"/><Relationship Id="rId5" Type="http://schemas.openxmlformats.org/officeDocument/2006/relationships/image" Target="../media/image4.emf"/><Relationship Id="rId4" Type="http://schemas.openxmlformats.org/officeDocument/2006/relationships/image" Target="../media/image32.wmf"/><Relationship Id="rId3" Type="http://schemas.openxmlformats.org/officeDocument/2006/relationships/oleObject" Target="../embeddings/oleObject30.bin"/><Relationship Id="rId2" Type="http://schemas.openxmlformats.org/officeDocument/2006/relationships/image" Target="../media/image31.wmf"/><Relationship Id="rId13" Type="http://schemas.openxmlformats.org/officeDocument/2006/relationships/vmlDrawing" Target="../drawings/vmlDrawing8.vml"/><Relationship Id="rId12" Type="http://schemas.openxmlformats.org/officeDocument/2006/relationships/slideLayout" Target="../slideLayouts/slideLayout7.xml"/><Relationship Id="rId11" Type="http://schemas.openxmlformats.org/officeDocument/2006/relationships/tags" Target="../tags/tag18.xml"/><Relationship Id="rId10" Type="http://schemas.openxmlformats.org/officeDocument/2006/relationships/image" Target="../media/image35.wmf"/><Relationship Id="rId1" Type="http://schemas.openxmlformats.org/officeDocument/2006/relationships/oleObject" Target="../embeddings/oleObject29.bin"/></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1.xml"/><Relationship Id="rId1" Type="http://schemas.openxmlformats.org/officeDocument/2006/relationships/tags" Target="../tags/tag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3.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37.bin"/><Relationship Id="rId8" Type="http://schemas.openxmlformats.org/officeDocument/2006/relationships/image" Target="../media/image39.wmf"/><Relationship Id="rId7" Type="http://schemas.openxmlformats.org/officeDocument/2006/relationships/oleObject" Target="../embeddings/oleObject36.bin"/><Relationship Id="rId6" Type="http://schemas.openxmlformats.org/officeDocument/2006/relationships/image" Target="../media/image38.wmf"/><Relationship Id="rId5" Type="http://schemas.openxmlformats.org/officeDocument/2006/relationships/oleObject" Target="../embeddings/oleObject35.bin"/><Relationship Id="rId4" Type="http://schemas.openxmlformats.org/officeDocument/2006/relationships/image" Target="../media/image37.wmf"/><Relationship Id="rId3" Type="http://schemas.openxmlformats.org/officeDocument/2006/relationships/oleObject" Target="../embeddings/oleObject34.bin"/><Relationship Id="rId23" Type="http://schemas.openxmlformats.org/officeDocument/2006/relationships/vmlDrawing" Target="../drawings/vmlDrawing9.vml"/><Relationship Id="rId22" Type="http://schemas.openxmlformats.org/officeDocument/2006/relationships/slideLayout" Target="../slideLayouts/slideLayout7.xml"/><Relationship Id="rId21" Type="http://schemas.openxmlformats.org/officeDocument/2006/relationships/tags" Target="../tags/tag24.xml"/><Relationship Id="rId20" Type="http://schemas.openxmlformats.org/officeDocument/2006/relationships/image" Target="../media/image45.wmf"/><Relationship Id="rId2" Type="http://schemas.openxmlformats.org/officeDocument/2006/relationships/image" Target="../media/image36.wmf"/><Relationship Id="rId19" Type="http://schemas.openxmlformats.org/officeDocument/2006/relationships/oleObject" Target="../embeddings/oleObject42.bin"/><Relationship Id="rId18" Type="http://schemas.openxmlformats.org/officeDocument/2006/relationships/image" Target="../media/image44.wmf"/><Relationship Id="rId17" Type="http://schemas.openxmlformats.org/officeDocument/2006/relationships/oleObject" Target="../embeddings/oleObject41.bin"/><Relationship Id="rId16" Type="http://schemas.openxmlformats.org/officeDocument/2006/relationships/image" Target="../media/image43.wmf"/><Relationship Id="rId15" Type="http://schemas.openxmlformats.org/officeDocument/2006/relationships/oleObject" Target="../embeddings/oleObject40.bin"/><Relationship Id="rId14" Type="http://schemas.openxmlformats.org/officeDocument/2006/relationships/image" Target="../media/image42.wmf"/><Relationship Id="rId13" Type="http://schemas.openxmlformats.org/officeDocument/2006/relationships/oleObject" Target="../embeddings/oleObject39.bin"/><Relationship Id="rId12" Type="http://schemas.openxmlformats.org/officeDocument/2006/relationships/image" Target="../media/image41.wmf"/><Relationship Id="rId11" Type="http://schemas.openxmlformats.org/officeDocument/2006/relationships/oleObject" Target="../embeddings/oleObject38.bin"/><Relationship Id="rId10" Type="http://schemas.openxmlformats.org/officeDocument/2006/relationships/image" Target="../media/image40.wmf"/><Relationship Id="rId1" Type="http://schemas.openxmlformats.org/officeDocument/2006/relationships/oleObject" Target="../embeddings/oleObject33.bin"/></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5.xml"/><Relationship Id="rId1" Type="http://schemas.openxmlformats.org/officeDocument/2006/relationships/image" Target="../media/image46.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6.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7.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8" name="矩形 2057"/>
          <p:cNvSpPr/>
          <p:nvPr/>
        </p:nvSpPr>
        <p:spPr>
          <a:xfrm>
            <a:off x="1751323" y="4764393"/>
            <a:ext cx="5484818" cy="1368425"/>
          </a:xfrm>
          <a:prstGeom prst="rect">
            <a:avLst/>
          </a:prstGeom>
          <a:noFill/>
          <a:ln w="9525">
            <a:noFill/>
          </a:ln>
        </p:spPr>
        <p:txBody>
          <a:bodyPr lIns="92075" tIns="46038" rIns="92075" bIns="46038">
            <a:scene3d>
              <a:camera prst="orthographicFront"/>
              <a:lightRig rig="threePt" dir="t"/>
            </a:scene3d>
          </a:bodyPr>
          <a:p>
            <a:pPr fontAlgn="base">
              <a:spcBef>
                <a:spcPct val="20000"/>
              </a:spcBef>
              <a:buClr>
                <a:schemeClr val="hlink"/>
              </a:buClr>
              <a:buSzPct val="70000"/>
              <a:buFont typeface="Wingdings" panose="05000000000000000000" pitchFamily="2" charset="2"/>
              <a:buNone/>
            </a:pPr>
            <a:r>
              <a:rPr lang="zh-CN" altLang="en-US" sz="8000" strike="noStrike" noProof="1" dirty="0">
                <a:solidFill>
                  <a:schemeClr val="tx1"/>
                </a:solidFill>
                <a:effectLst>
                  <a:outerShdw blurRad="38100" dist="19050" dir="2700000" algn="tl" rotWithShape="0">
                    <a:schemeClr val="dk1">
                      <a:alpha val="40000"/>
                    </a:schemeClr>
                  </a:outerShdw>
                </a:effectLst>
                <a:latin typeface="Arial" panose="020B0604020202020204" pitchFamily="34" charset="0"/>
                <a:ea typeface="隶书" panose="02010509060101010101" pitchFamily="49" charset="-122"/>
                <a:cs typeface="+mn-cs"/>
              </a:rPr>
              <a:t>声速的测量</a:t>
            </a:r>
            <a:endParaRPr lang="zh-CN" altLang="en-US" sz="8000" strike="noStrike" noProof="1" dirty="0">
              <a:solidFill>
                <a:schemeClr val="tx1"/>
              </a:solidFill>
              <a:effectLst>
                <a:outerShdw blurRad="38100" dist="19050" dir="2700000" algn="tl" rotWithShape="0">
                  <a:schemeClr val="dk1">
                    <a:alpha val="40000"/>
                  </a:schemeClr>
                </a:outerShdw>
              </a:effectLst>
              <a:latin typeface="Arial" panose="020B0604020202020204" pitchFamily="34" charset="0"/>
              <a:ea typeface="隶书" panose="02010509060101010101" pitchFamily="49" charset="-122"/>
              <a:cs typeface="+mn-cs"/>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标题 1"/>
          <p:cNvSpPr>
            <a:spLocks noGrp="1"/>
          </p:cNvSpPr>
          <p:nvPr>
            <p:ph type="title"/>
          </p:nvPr>
        </p:nvSpPr>
        <p:spPr/>
        <p:txBody>
          <a:bodyPr lIns="91440" tIns="45720" rIns="91440" bIns="45720" anchor="b"/>
          <a:p>
            <a:r>
              <a:rPr lang="zh-CN" altLang="en-US"/>
              <a:t>概述：</a:t>
            </a:r>
            <a:endParaRPr lang="zh-CN" altLang="en-US"/>
          </a:p>
        </p:txBody>
      </p:sp>
      <p:sp>
        <p:nvSpPr>
          <p:cNvPr id="8194" name="文本框 3"/>
          <p:cNvSpPr txBox="1"/>
          <p:nvPr/>
        </p:nvSpPr>
        <p:spPr>
          <a:xfrm>
            <a:off x="460375" y="1017588"/>
            <a:ext cx="8196263" cy="4462462"/>
          </a:xfrm>
          <a:prstGeom prst="rect">
            <a:avLst/>
          </a:prstGeom>
          <a:noFill/>
          <a:ln w="9525">
            <a:noFill/>
          </a:ln>
        </p:spPr>
        <p:txBody>
          <a:bodyPr wrap="square" anchor="t">
            <a:spAutoFit/>
          </a:bodyPr>
          <a:p>
            <a:pPr indent="317500"/>
            <a:r>
              <a:rPr lang="en-US" altLang="zh-CN" sz="2800" dirty="0">
                <a:latin typeface="华文中宋" panose="02010600040101010101" pitchFamily="2" charset="-122"/>
                <a:ea typeface="华文中宋" panose="02010600040101010101" pitchFamily="2" charset="-122"/>
              </a:rPr>
              <a:t>    </a:t>
            </a:r>
            <a:r>
              <a:rPr lang="zh-CN" altLang="en-US" sz="2800" dirty="0">
                <a:latin typeface="华文中宋" panose="02010600040101010101" pitchFamily="2" charset="-122"/>
                <a:ea typeface="华文中宋" panose="02010600040101010101" pitchFamily="2" charset="-122"/>
              </a:rPr>
              <a:t>机械振动在介质中的传播称为机械波。声波就是这种机械波。人耳能听到的声波称为可闻声波，频率在</a:t>
            </a:r>
            <a:r>
              <a:rPr lang="en-US" altLang="zh-CN" sz="2800" dirty="0">
                <a:latin typeface="华文中宋" panose="02010600040101010101" pitchFamily="2" charset="-122"/>
                <a:ea typeface="华文中宋" panose="02010600040101010101" pitchFamily="2" charset="-122"/>
              </a:rPr>
              <a:t>20Hz</a:t>
            </a:r>
            <a:r>
              <a:rPr lang="zh-CN" altLang="en-US" sz="2800" dirty="0">
                <a:latin typeface="华文中宋" panose="02010600040101010101" pitchFamily="2" charset="-122"/>
                <a:ea typeface="华文中宋" panose="02010600040101010101" pitchFamily="2" charset="-122"/>
              </a:rPr>
              <a:t>一</a:t>
            </a:r>
            <a:r>
              <a:rPr lang="en-US" altLang="zh-CN" sz="2800" dirty="0">
                <a:latin typeface="华文中宋" panose="02010600040101010101" pitchFamily="2" charset="-122"/>
                <a:ea typeface="华文中宋" panose="02010600040101010101" pitchFamily="2" charset="-122"/>
              </a:rPr>
              <a:t>20kHz</a:t>
            </a:r>
            <a:r>
              <a:rPr lang="zh-CN" altLang="en-US" sz="2800" dirty="0">
                <a:latin typeface="华文中宋" panose="02010600040101010101" pitchFamily="2" charset="-122"/>
                <a:ea typeface="华文中宋" panose="02010600040101010101" pitchFamily="2" charset="-122"/>
              </a:rPr>
              <a:t>之间，频率低于</a:t>
            </a:r>
            <a:r>
              <a:rPr lang="en-US" altLang="zh-CN" sz="2800" dirty="0">
                <a:latin typeface="华文中宋" panose="02010600040101010101" pitchFamily="2" charset="-122"/>
                <a:ea typeface="华文中宋" panose="02010600040101010101" pitchFamily="2" charset="-122"/>
              </a:rPr>
              <a:t>20Hz</a:t>
            </a:r>
            <a:r>
              <a:rPr lang="zh-CN" altLang="en-US" sz="2800" dirty="0">
                <a:latin typeface="华文中宋" panose="02010600040101010101" pitchFamily="2" charset="-122"/>
                <a:ea typeface="华文中宋" panose="02010600040101010101" pitchFamily="2" charset="-122"/>
              </a:rPr>
              <a:t>的声波是次声波，频率高于</a:t>
            </a:r>
            <a:r>
              <a:rPr lang="en-US" altLang="zh-CN" sz="2800" dirty="0">
                <a:latin typeface="华文中宋" panose="02010600040101010101" pitchFamily="2" charset="-122"/>
                <a:ea typeface="华文中宋" panose="02010600040101010101" pitchFamily="2" charset="-122"/>
              </a:rPr>
              <a:t>20kHz</a:t>
            </a:r>
            <a:r>
              <a:rPr lang="zh-CN" altLang="en-US" sz="3200" dirty="0">
                <a:latin typeface="华文中宋" panose="02010600040101010101" pitchFamily="2" charset="-122"/>
                <a:ea typeface="华文中宋" panose="02010600040101010101" pitchFamily="2" charset="-122"/>
              </a:rPr>
              <a:t>的声波则称为超声波。</a:t>
            </a:r>
            <a:endParaRPr lang="zh-CN" altLang="en-US" sz="3200" dirty="0">
              <a:latin typeface="华文中宋" panose="02010600040101010101" pitchFamily="2" charset="-122"/>
              <a:ea typeface="华文中宋" panose="02010600040101010101" pitchFamily="2" charset="-122"/>
            </a:endParaRPr>
          </a:p>
          <a:p>
            <a:pPr indent="317500"/>
            <a:r>
              <a:rPr lang="zh-CN" altLang="en-US" sz="2800" dirty="0">
                <a:latin typeface="华文中宋" panose="02010600040101010101" pitchFamily="2" charset="-122"/>
                <a:ea typeface="华文中宋" panose="02010600040101010101" pitchFamily="2" charset="-122"/>
              </a:rPr>
              <a:t>    声波在介质中传播速度取决于介质的性质，可利用声速的测量来研究介质的性质和状态的变化。而实际测量中并不是所有频率的声波都可测量。次声波频率低，波长大，难以测量；可闻声波干扰大。只有超声波适于测量，因其方向性好，能量集中，故实际测量频率</a:t>
            </a:r>
            <a:r>
              <a:rPr lang="en-US" altLang="zh-CN" sz="2800" dirty="0">
                <a:latin typeface="华文中宋" panose="02010600040101010101" pitchFamily="2" charset="-122"/>
                <a:ea typeface="华文中宋" panose="02010600040101010101" pitchFamily="2" charset="-122"/>
              </a:rPr>
              <a:t>20kHz</a:t>
            </a:r>
            <a:r>
              <a:rPr lang="zh-CN" altLang="en-US" sz="2800" dirty="0">
                <a:latin typeface="华文中宋" panose="02010600040101010101" pitchFamily="2" charset="-122"/>
                <a:ea typeface="华文中宋" panose="02010600040101010101" pitchFamily="2" charset="-122"/>
              </a:rPr>
              <a:t>以上的超声波信号。</a:t>
            </a:r>
            <a:endParaRPr lang="zh-CN" altLang="en-US" sz="2800" dirty="0">
              <a:latin typeface="华文中宋" panose="02010600040101010101" pitchFamily="2" charset="-122"/>
              <a:ea typeface="华文中宋" panose="02010600040101010101" pitchFamily="2" charset="-122"/>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矩形 176130"/>
          <p:cNvSpPr/>
          <p:nvPr/>
        </p:nvSpPr>
        <p:spPr>
          <a:xfrm>
            <a:off x="269875" y="684213"/>
            <a:ext cx="8604250" cy="4430712"/>
          </a:xfrm>
          <a:prstGeom prst="rect">
            <a:avLst/>
          </a:prstGeom>
          <a:noFill/>
          <a:ln w="9525">
            <a:noFill/>
          </a:ln>
        </p:spPr>
        <p:txBody>
          <a:bodyPr anchor="ctr">
            <a:spAutoFit/>
          </a:bodyPr>
          <a:p>
            <a:r>
              <a:rPr lang="zh-CN" altLang="en-US" sz="3600" dirty="0">
                <a:solidFill>
                  <a:srgbClr val="1C1C1C"/>
                </a:solidFill>
                <a:latin typeface="Times New Roman" panose="02020603050405020304" pitchFamily="18" charset="0"/>
                <a:ea typeface="宋体" panose="02010600030101010101" pitchFamily="2" charset="-122"/>
              </a:rPr>
              <a:t>一、实验目的</a:t>
            </a:r>
            <a:endParaRPr lang="zh-CN" altLang="en-US" sz="3600" dirty="0">
              <a:solidFill>
                <a:srgbClr val="1C1C1C"/>
              </a:solidFill>
              <a:latin typeface="Times New Roman" panose="02020603050405020304" pitchFamily="18" charset="0"/>
              <a:ea typeface="宋体" panose="02010600030101010101" pitchFamily="2" charset="-122"/>
            </a:endParaRPr>
          </a:p>
          <a:p>
            <a:endParaRPr lang="zh-CN" altLang="en-US" sz="3600" dirty="0">
              <a:solidFill>
                <a:srgbClr val="1C1C1C"/>
              </a:solidFill>
              <a:latin typeface="Times New Roman" panose="02020603050405020304" pitchFamily="18" charset="0"/>
              <a:ea typeface="宋体" panose="02010600030101010101" pitchFamily="2" charset="-122"/>
            </a:endParaRPr>
          </a:p>
          <a:p>
            <a:pPr>
              <a:lnSpc>
                <a:spcPct val="150000"/>
              </a:lnSpc>
            </a:pPr>
            <a:r>
              <a:rPr lang="en-US" altLang="zh-CN" sz="2800">
                <a:solidFill>
                  <a:srgbClr val="1C1C1C"/>
                </a:solidFill>
                <a:latin typeface="Times New Roman" panose="02020603050405020304" pitchFamily="18" charset="0"/>
                <a:ea typeface="宋体" panose="02010600030101010101" pitchFamily="2" charset="-122"/>
              </a:rPr>
              <a:t>1.</a:t>
            </a:r>
            <a:r>
              <a:rPr lang="zh-CN" altLang="en-US" sz="2800" dirty="0">
                <a:solidFill>
                  <a:srgbClr val="1C1C1C"/>
                </a:solidFill>
                <a:latin typeface="Times New Roman" panose="02020603050405020304" pitchFamily="18" charset="0"/>
                <a:ea typeface="宋体" panose="02010600030101010101" pitchFamily="2" charset="-122"/>
              </a:rPr>
              <a:t>了解声波在空气中的传播速度；</a:t>
            </a:r>
            <a:endParaRPr lang="zh-CN" altLang="en-US" sz="2800" dirty="0">
              <a:solidFill>
                <a:srgbClr val="1C1C1C"/>
              </a:solidFill>
              <a:latin typeface="Times New Roman" panose="02020603050405020304" pitchFamily="18" charset="0"/>
              <a:ea typeface="宋体" panose="02010600030101010101" pitchFamily="2" charset="-122"/>
            </a:endParaRPr>
          </a:p>
          <a:p>
            <a:pPr>
              <a:lnSpc>
                <a:spcPct val="150000"/>
              </a:lnSpc>
            </a:pPr>
            <a:r>
              <a:rPr lang="en-US" altLang="zh-CN" sz="2800">
                <a:solidFill>
                  <a:srgbClr val="1C1C1C"/>
                </a:solidFill>
                <a:latin typeface="Times New Roman" panose="02020603050405020304" pitchFamily="18" charset="0"/>
                <a:ea typeface="宋体" panose="02010600030101010101" pitchFamily="2" charset="-122"/>
              </a:rPr>
              <a:t>2.</a:t>
            </a:r>
            <a:r>
              <a:rPr lang="zh-CN" altLang="en-US" sz="2800" dirty="0">
                <a:solidFill>
                  <a:srgbClr val="1C1C1C"/>
                </a:solidFill>
                <a:latin typeface="Times New Roman" panose="02020603050405020304" pitchFamily="18" charset="0"/>
                <a:ea typeface="宋体" panose="02010600030101010101" pitchFamily="2" charset="-122"/>
              </a:rPr>
              <a:t>了解压电换能器的功能，加深对驻波及振动合成理</a:t>
            </a:r>
            <a:endParaRPr lang="zh-CN" altLang="en-US" sz="2800" dirty="0">
              <a:solidFill>
                <a:srgbClr val="1C1C1C"/>
              </a:solidFill>
              <a:latin typeface="Times New Roman" panose="02020603050405020304" pitchFamily="18" charset="0"/>
              <a:ea typeface="宋体" panose="02010600030101010101" pitchFamily="2" charset="-122"/>
            </a:endParaRPr>
          </a:p>
          <a:p>
            <a:pPr>
              <a:lnSpc>
                <a:spcPct val="150000"/>
              </a:lnSpc>
            </a:pPr>
            <a:r>
              <a:rPr lang="zh-CN" altLang="en-US" sz="2800" dirty="0">
                <a:solidFill>
                  <a:srgbClr val="1C1C1C"/>
                </a:solidFill>
                <a:latin typeface="Times New Roman" panose="02020603050405020304" pitchFamily="18" charset="0"/>
                <a:ea typeface="宋体" panose="02010600030101010101" pitchFamily="2" charset="-122"/>
              </a:rPr>
              <a:t>    论的理解；</a:t>
            </a:r>
            <a:endParaRPr lang="zh-CN" altLang="en-US" sz="2800" dirty="0">
              <a:solidFill>
                <a:srgbClr val="1C1C1C"/>
              </a:solidFill>
              <a:latin typeface="Times New Roman" panose="02020603050405020304" pitchFamily="18" charset="0"/>
              <a:ea typeface="宋体" panose="02010600030101010101" pitchFamily="2" charset="-122"/>
            </a:endParaRPr>
          </a:p>
          <a:p>
            <a:pPr>
              <a:lnSpc>
                <a:spcPct val="150000"/>
              </a:lnSpc>
            </a:pPr>
            <a:r>
              <a:rPr lang="en-US" altLang="zh-CN" sz="2800">
                <a:solidFill>
                  <a:srgbClr val="1C1C1C"/>
                </a:solidFill>
                <a:latin typeface="Times New Roman" panose="02020603050405020304" pitchFamily="18" charset="0"/>
                <a:ea typeface="宋体" panose="02010600030101010101" pitchFamily="2" charset="-122"/>
              </a:rPr>
              <a:t>3.</a:t>
            </a:r>
            <a:r>
              <a:rPr lang="zh-CN" altLang="en-US" sz="2800" dirty="0">
                <a:solidFill>
                  <a:srgbClr val="1C1C1C"/>
                </a:solidFill>
                <a:latin typeface="Times New Roman" panose="02020603050405020304" pitchFamily="18" charset="0"/>
                <a:ea typeface="宋体" panose="02010600030101010101" pitchFamily="2" charset="-122"/>
              </a:rPr>
              <a:t>掌握示波器的使用方法；</a:t>
            </a:r>
            <a:endParaRPr lang="zh-CN" altLang="en-US" sz="2800" dirty="0">
              <a:solidFill>
                <a:srgbClr val="1C1C1C"/>
              </a:solidFill>
              <a:latin typeface="Times New Roman" panose="02020603050405020304" pitchFamily="18" charset="0"/>
              <a:ea typeface="宋体" panose="02010600030101010101" pitchFamily="2" charset="-122"/>
            </a:endParaRPr>
          </a:p>
          <a:p>
            <a:pPr>
              <a:lnSpc>
                <a:spcPct val="150000"/>
              </a:lnSpc>
            </a:pPr>
            <a:r>
              <a:rPr lang="en-US" altLang="zh-CN" sz="2800">
                <a:solidFill>
                  <a:srgbClr val="1C1C1C"/>
                </a:solidFill>
                <a:latin typeface="Times New Roman" panose="02020603050405020304" pitchFamily="18" charset="0"/>
                <a:ea typeface="宋体" panose="02010600030101010101" pitchFamily="2" charset="-122"/>
              </a:rPr>
              <a:t>4.</a:t>
            </a:r>
            <a:r>
              <a:rPr lang="zh-CN" altLang="en-US" sz="2800" dirty="0">
                <a:solidFill>
                  <a:srgbClr val="1C1C1C"/>
                </a:solidFill>
                <a:latin typeface="Times New Roman" panose="02020603050405020304" pitchFamily="18" charset="0"/>
                <a:ea typeface="宋体" panose="02010600030101010101" pitchFamily="2" charset="-122"/>
              </a:rPr>
              <a:t>学会两种测量空气中声速的方法。</a:t>
            </a:r>
            <a:endParaRPr lang="zh-CN" altLang="en-US" sz="2800" dirty="0">
              <a:solidFill>
                <a:srgbClr val="1C1C1C"/>
              </a:solidFill>
              <a:latin typeface="Times New Roman" panose="02020603050405020304" pitchFamily="18" charset="0"/>
              <a:ea typeface="宋体" panose="02010600030101010101" pitchFamily="2" charset="-122"/>
            </a:endParaRPr>
          </a:p>
        </p:txBody>
      </p:sp>
    </p:spTree>
    <p:custDataLst>
      <p:tags r:id="rId1"/>
    </p:custDataLst>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流程图: 可选过程 52274"/>
          <p:cNvSpPr/>
          <p:nvPr/>
        </p:nvSpPr>
        <p:spPr>
          <a:xfrm>
            <a:off x="457200" y="1447800"/>
            <a:ext cx="4114800" cy="115888"/>
          </a:xfrm>
          <a:prstGeom prst="flowChartAlternateProcess">
            <a:avLst/>
          </a:prstGeom>
          <a:gradFill rotWithShape="0">
            <a:gsLst>
              <a:gs pos="0">
                <a:srgbClr val="005CBF">
                  <a:alpha val="100000"/>
                </a:srgbClr>
              </a:gs>
              <a:gs pos="25000">
                <a:srgbClr val="0087E6">
                  <a:alpha val="100000"/>
                </a:srgbClr>
              </a:gs>
              <a:gs pos="75000">
                <a:srgbClr val="21D6E0">
                  <a:alpha val="100000"/>
                </a:srgbClr>
              </a:gs>
              <a:gs pos="100000">
                <a:srgbClr val="03D4A8">
                  <a:alpha val="100000"/>
                </a:srgbClr>
              </a:gs>
            </a:gsLst>
            <a:lin ang="0" scaled="1"/>
            <a:tileRect/>
          </a:gradFill>
          <a:ln w="9525">
            <a:noFill/>
          </a:ln>
        </p:spPr>
        <p:txBody>
          <a:bodyPr anchor="t"/>
          <a:p>
            <a:endParaRPr lang="zh-CN" altLang="en-US">
              <a:latin typeface="Arial" panose="020B0604020202020204" pitchFamily="34" charset="0"/>
              <a:ea typeface="宋体" panose="02010600030101010101" pitchFamily="2" charset="-122"/>
            </a:endParaRPr>
          </a:p>
        </p:txBody>
      </p:sp>
      <p:sp>
        <p:nvSpPr>
          <p:cNvPr id="10242" name="标题 52275"/>
          <p:cNvSpPr>
            <a:spLocks noGrp="1"/>
          </p:cNvSpPr>
          <p:nvPr>
            <p:ph type="title"/>
          </p:nvPr>
        </p:nvSpPr>
        <p:spPr>
          <a:xfrm>
            <a:off x="304800" y="768350"/>
            <a:ext cx="4130675" cy="755650"/>
          </a:xfrm>
        </p:spPr>
        <p:txBody>
          <a:bodyPr lIns="91440" tIns="45720" rIns="91440" bIns="45720" anchor="b"/>
          <a:p>
            <a:r>
              <a:rPr lang="zh-CN" altLang="en-US" dirty="0">
                <a:latin typeface="Times New Roman" panose="02020603050405020304" pitchFamily="18" charset="0"/>
                <a:ea typeface="隶书" panose="02010509060101010101" pitchFamily="49" charset="-122"/>
              </a:rPr>
              <a:t>二、实 验 装 置</a:t>
            </a:r>
            <a:endParaRPr lang="zh-CN" altLang="en-US" dirty="0"/>
          </a:p>
        </p:txBody>
      </p:sp>
      <p:pic>
        <p:nvPicPr>
          <p:cNvPr id="10243" name="图片 -2147482606" descr="图片3"/>
          <p:cNvPicPr>
            <a:picLocks noChangeAspect="1"/>
          </p:cNvPicPr>
          <p:nvPr/>
        </p:nvPicPr>
        <p:blipFill>
          <a:blip r:embed="rId1"/>
          <a:stretch>
            <a:fillRect/>
          </a:stretch>
        </p:blipFill>
        <p:spPr>
          <a:xfrm>
            <a:off x="779463" y="1685925"/>
            <a:ext cx="7281862" cy="2124075"/>
          </a:xfrm>
          <a:prstGeom prst="rect">
            <a:avLst/>
          </a:prstGeom>
          <a:noFill/>
          <a:ln w="9525">
            <a:noFill/>
          </a:ln>
        </p:spPr>
      </p:pic>
      <p:pic>
        <p:nvPicPr>
          <p:cNvPr id="10244" name="图片 -2147482546" descr="图片1"/>
          <p:cNvPicPr>
            <a:picLocks noChangeAspect="1"/>
          </p:cNvPicPr>
          <p:nvPr/>
        </p:nvPicPr>
        <p:blipFill>
          <a:blip r:embed="rId2"/>
          <a:stretch>
            <a:fillRect/>
          </a:stretch>
        </p:blipFill>
        <p:spPr>
          <a:xfrm>
            <a:off x="847725" y="3983038"/>
            <a:ext cx="7145338" cy="2238375"/>
          </a:xfrm>
          <a:prstGeom prst="rect">
            <a:avLst/>
          </a:prstGeom>
          <a:noFill/>
          <a:ln w="9525">
            <a:noFill/>
          </a:ln>
        </p:spPr>
      </p:pic>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265" name="图片 1"/>
          <p:cNvPicPr>
            <a:picLocks noChangeAspect="1"/>
          </p:cNvPicPr>
          <p:nvPr/>
        </p:nvPicPr>
        <p:blipFill>
          <a:blip r:embed="rId1"/>
          <a:stretch>
            <a:fillRect/>
          </a:stretch>
        </p:blipFill>
        <p:spPr>
          <a:xfrm>
            <a:off x="6350" y="720725"/>
            <a:ext cx="9132888" cy="5243513"/>
          </a:xfrm>
          <a:prstGeom prst="rect">
            <a:avLst/>
          </a:prstGeom>
          <a:noFill/>
          <a:ln w="9525">
            <a:noFill/>
          </a:ln>
        </p:spPr>
      </p:pic>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289" name="图片 1"/>
          <p:cNvPicPr>
            <a:picLocks noChangeAspect="1"/>
          </p:cNvPicPr>
          <p:nvPr/>
        </p:nvPicPr>
        <p:blipFill>
          <a:blip r:embed="rId1"/>
          <a:stretch>
            <a:fillRect/>
          </a:stretch>
        </p:blipFill>
        <p:spPr>
          <a:xfrm>
            <a:off x="34925" y="995363"/>
            <a:ext cx="9042400" cy="5649912"/>
          </a:xfrm>
          <a:prstGeom prst="rect">
            <a:avLst/>
          </a:prstGeom>
          <a:noFill/>
          <a:ln w="9525">
            <a:noFill/>
          </a:ln>
        </p:spPr>
      </p:pic>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矩形 160770"/>
          <p:cNvSpPr/>
          <p:nvPr/>
        </p:nvSpPr>
        <p:spPr>
          <a:xfrm>
            <a:off x="250825" y="263525"/>
            <a:ext cx="8424863" cy="4522788"/>
          </a:xfrm>
          <a:prstGeom prst="rect">
            <a:avLst/>
          </a:prstGeom>
          <a:noFill/>
          <a:ln w="9525">
            <a:noFill/>
          </a:ln>
        </p:spPr>
        <p:txBody>
          <a:bodyPr anchor="ctr">
            <a:spAutoFit/>
          </a:bodyPr>
          <a:p>
            <a:pPr eaLnBrk="0" hangingPunct="0"/>
            <a:r>
              <a:rPr lang="zh-CN" altLang="en-US" sz="3600" dirty="0">
                <a:latin typeface="Times New Roman" panose="02020603050405020304" pitchFamily="18" charset="0"/>
                <a:ea typeface="宋体" panose="02010600030101010101" pitchFamily="2" charset="-122"/>
              </a:rPr>
              <a:t>二、实验原理</a:t>
            </a:r>
            <a:endParaRPr lang="zh-CN" altLang="en-US" sz="3600" dirty="0">
              <a:latin typeface="Times New Roman" panose="02020603050405020304" pitchFamily="18" charset="0"/>
              <a:ea typeface="宋体" panose="02010600030101010101" pitchFamily="2" charset="-122"/>
            </a:endParaRPr>
          </a:p>
          <a:p>
            <a:pPr eaLnBrk="0" hangingPunct="0"/>
            <a:endParaRPr lang="zh-CN" altLang="en-US" sz="3600" dirty="0">
              <a:latin typeface="Times New Roman" panose="02020603050405020304" pitchFamily="18" charset="0"/>
              <a:ea typeface="宋体" panose="02010600030101010101" pitchFamily="2" charset="-122"/>
            </a:endParaRPr>
          </a:p>
          <a:p>
            <a:pPr eaLnBrk="0" hangingPunct="0"/>
            <a:r>
              <a:rPr lang="en-US" altLang="zh-CN" sz="2800">
                <a:latin typeface="Arial" panose="020B0604020202020204" pitchFamily="34" charset="0"/>
                <a:ea typeface="宋体" panose="02010600030101010101" pitchFamily="2" charset="-122"/>
              </a:rPr>
              <a:t>1.</a:t>
            </a:r>
            <a:r>
              <a:rPr lang="zh-CN" altLang="en-US" sz="2800" dirty="0">
                <a:latin typeface="Times New Roman" panose="02020603050405020304" pitchFamily="18" charset="0"/>
                <a:ea typeface="宋体" panose="02010600030101010101" pitchFamily="2" charset="-122"/>
              </a:rPr>
              <a:t>声波在空气中的传播速度</a:t>
            </a:r>
            <a:endParaRPr lang="zh-CN" altLang="en-US" sz="2800" dirty="0">
              <a:latin typeface="Times New Roman" panose="02020603050405020304" pitchFamily="18" charset="0"/>
              <a:ea typeface="宋体" panose="02010600030101010101" pitchFamily="2" charset="-122"/>
            </a:endParaRPr>
          </a:p>
          <a:p>
            <a:pPr eaLnBrk="0" hangingPunct="0"/>
            <a:r>
              <a:rPr lang="zh-CN" altLang="en-US" sz="2800" dirty="0">
                <a:latin typeface="Times New Roman" panose="02020603050405020304" pitchFamily="18" charset="0"/>
                <a:ea typeface="宋体" panose="02010600030101010101" pitchFamily="2" charset="-122"/>
              </a:rPr>
              <a:t>空气中传播的声波的传播速度</a:t>
            </a:r>
            <a:r>
              <a:rPr lang="en-US" altLang="zh-CN" sz="2800">
                <a:latin typeface="Times New Roman" panose="02020603050405020304" pitchFamily="18" charset="0"/>
                <a:ea typeface="宋体" panose="02010600030101010101" pitchFamily="2" charset="-122"/>
              </a:rPr>
              <a:t>(</a:t>
            </a:r>
            <a:r>
              <a:rPr lang="zh-CN" altLang="en-US" sz="2800" dirty="0">
                <a:latin typeface="Times New Roman" panose="02020603050405020304" pitchFamily="18" charset="0"/>
                <a:ea typeface="宋体" panose="02010600030101010101" pitchFamily="2" charset="-122"/>
              </a:rPr>
              <a:t>声速</a:t>
            </a:r>
            <a:r>
              <a:rPr lang="en-US" altLang="zh-CN" sz="2800">
                <a:latin typeface="Times New Roman" panose="02020603050405020304" pitchFamily="18" charset="0"/>
                <a:ea typeface="宋体" panose="02010600030101010101" pitchFamily="2" charset="-122"/>
              </a:rPr>
              <a:t>)</a:t>
            </a:r>
            <a:r>
              <a:rPr lang="zh-CN" altLang="en-US" sz="2800" dirty="0">
                <a:latin typeface="Times New Roman" panose="02020603050405020304" pitchFamily="18" charset="0"/>
                <a:ea typeface="宋体" panose="02010600030101010101" pitchFamily="2" charset="-122"/>
              </a:rPr>
              <a:t>可写为：                                                                     </a:t>
            </a:r>
            <a:endParaRPr lang="zh-CN" altLang="en-US" sz="2800" dirty="0">
              <a:latin typeface="Times New Roman" panose="02020603050405020304" pitchFamily="18" charset="0"/>
              <a:ea typeface="宋体" panose="02010600030101010101" pitchFamily="2" charset="-122"/>
            </a:endParaRPr>
          </a:p>
          <a:p>
            <a:pPr eaLnBrk="0" hangingPunct="0"/>
            <a:r>
              <a:rPr lang="en-US" altLang="zh-CN" sz="3600">
                <a:latin typeface="Times New Roman" panose="02020603050405020304" pitchFamily="18" charset="0"/>
                <a:ea typeface="宋体" panose="02010600030101010101" pitchFamily="2" charset="-122"/>
              </a:rPr>
              <a:t>                                                              </a:t>
            </a:r>
            <a:endParaRPr lang="en-US" altLang="zh-CN" sz="2800">
              <a:latin typeface="Times New Roman" panose="02020603050405020304" pitchFamily="18" charset="0"/>
              <a:ea typeface="宋体" panose="02010600030101010101" pitchFamily="2" charset="-122"/>
            </a:endParaRPr>
          </a:p>
          <a:p>
            <a:pPr eaLnBrk="0" hangingPunct="0"/>
            <a:endParaRPr lang="en-US" altLang="zh-CN" sz="3600">
              <a:latin typeface="Times New Roman" panose="02020603050405020304" pitchFamily="18" charset="0"/>
              <a:ea typeface="宋体" panose="02010600030101010101" pitchFamily="2" charset="-122"/>
            </a:endParaRPr>
          </a:p>
          <a:p>
            <a:pPr eaLnBrk="0" hangingPunct="0"/>
            <a:endParaRPr lang="en-US" altLang="zh-CN" sz="3600">
              <a:latin typeface="Times New Roman" panose="02020603050405020304" pitchFamily="18" charset="0"/>
              <a:ea typeface="宋体" panose="02010600030101010101" pitchFamily="2" charset="-122"/>
            </a:endParaRPr>
          </a:p>
          <a:p>
            <a:pPr eaLnBrk="0" hangingPunct="0"/>
            <a:endParaRPr lang="zh-CN" altLang="en-US" sz="2800" dirty="0">
              <a:latin typeface="Times New Roman" panose="02020603050405020304" pitchFamily="18" charset="0"/>
              <a:ea typeface="宋体" panose="02010600030101010101" pitchFamily="2" charset="-122"/>
            </a:endParaRPr>
          </a:p>
          <a:p>
            <a:pPr eaLnBrk="0" hangingPunct="0"/>
            <a:endParaRPr lang="zh-CN" altLang="en-US" sz="2400" dirty="0">
              <a:latin typeface="Arial" panose="020B0604020202020204" pitchFamily="34" charset="0"/>
              <a:ea typeface="宋体" panose="02010600030101010101" pitchFamily="2" charset="-122"/>
            </a:endParaRPr>
          </a:p>
        </p:txBody>
      </p:sp>
      <p:graphicFrame>
        <p:nvGraphicFramePr>
          <p:cNvPr id="13314" name="对象 160769"/>
          <p:cNvGraphicFramePr/>
          <p:nvPr/>
        </p:nvGraphicFramePr>
        <p:xfrm>
          <a:off x="900113" y="2205038"/>
          <a:ext cx="6119812" cy="1093787"/>
        </p:xfrm>
        <a:graphic>
          <a:graphicData uri="http://schemas.openxmlformats.org/presentationml/2006/ole">
            <mc:AlternateContent xmlns:mc="http://schemas.openxmlformats.org/markup-compatibility/2006">
              <mc:Choice xmlns:v="urn:schemas-microsoft-com:vml" Requires="v">
                <p:oleObj spid="_x0000_s3076" name="" r:id="rId1" imgW="1930400" imgH="482600" progId="Equation.3">
                  <p:embed/>
                </p:oleObj>
              </mc:Choice>
              <mc:Fallback>
                <p:oleObj name="" r:id="rId1" imgW="1930400" imgH="482600" progId="Equation.3">
                  <p:embed/>
                  <p:pic>
                    <p:nvPicPr>
                      <p:cNvPr id="0" name="图片 3075"/>
                      <p:cNvPicPr/>
                      <p:nvPr/>
                    </p:nvPicPr>
                    <p:blipFill>
                      <a:blip r:embed="rId2"/>
                      <a:stretch>
                        <a:fillRect/>
                      </a:stretch>
                    </p:blipFill>
                    <p:spPr>
                      <a:xfrm>
                        <a:off x="900113" y="2205038"/>
                        <a:ext cx="6119812" cy="1093787"/>
                      </a:xfrm>
                      <a:prstGeom prst="rect">
                        <a:avLst/>
                      </a:prstGeom>
                      <a:noFill/>
                      <a:ln w="38100">
                        <a:noFill/>
                        <a:miter/>
                      </a:ln>
                    </p:spPr>
                  </p:pic>
                </p:oleObj>
              </mc:Fallback>
            </mc:AlternateContent>
          </a:graphicData>
        </a:graphic>
      </p:graphicFrame>
      <p:sp>
        <p:nvSpPr>
          <p:cNvPr id="13315" name="矩形 160771"/>
          <p:cNvSpPr/>
          <p:nvPr/>
        </p:nvSpPr>
        <p:spPr>
          <a:xfrm>
            <a:off x="539750" y="3141663"/>
            <a:ext cx="6583363" cy="952500"/>
          </a:xfrm>
          <a:prstGeom prst="rect">
            <a:avLst/>
          </a:prstGeom>
          <a:noFill/>
          <a:ln w="9525">
            <a:noFill/>
          </a:ln>
        </p:spPr>
        <p:txBody>
          <a:bodyPr wrap="none" anchor="ctr">
            <a:spAutoFit/>
          </a:bodyPr>
          <a:p>
            <a:pPr eaLnBrk="0" hangingPunct="0"/>
            <a:r>
              <a:rPr lang="zh-CN" altLang="en-US" sz="2800" dirty="0">
                <a:latin typeface="Times New Roman" panose="02020603050405020304" pitchFamily="18" charset="0"/>
                <a:ea typeface="宋体" panose="02010600030101010101" pitchFamily="2" charset="-122"/>
              </a:rPr>
              <a:t>其中，</a:t>
            </a:r>
            <a:r>
              <a:rPr lang="en-US" altLang="zh-CN" sz="2800" i="1">
                <a:latin typeface="Times New Roman" panose="02020603050405020304" pitchFamily="18" charset="0"/>
                <a:ea typeface="宋体" panose="02010600030101010101" pitchFamily="2" charset="-122"/>
              </a:rPr>
              <a:t>T</a:t>
            </a:r>
            <a:r>
              <a:rPr lang="en-US" altLang="zh-CN" sz="2800" baseline="-30000">
                <a:latin typeface="Arial" panose="020B0604020202020204" pitchFamily="34" charset="0"/>
                <a:ea typeface="宋体" panose="02010600030101010101" pitchFamily="2" charset="-122"/>
              </a:rPr>
              <a:t>0</a:t>
            </a:r>
            <a:r>
              <a:rPr lang="en-US" altLang="zh-CN" sz="2800">
                <a:latin typeface="Arial" panose="020B0604020202020204" pitchFamily="34" charset="0"/>
                <a:ea typeface="宋体" panose="02010600030101010101" pitchFamily="2" charset="-122"/>
              </a:rPr>
              <a:t>=273.15 K</a:t>
            </a:r>
            <a:r>
              <a:rPr lang="zh-CN" altLang="en-US" sz="2800" dirty="0">
                <a:latin typeface="Times New Roman" panose="02020603050405020304" pitchFamily="18" charset="0"/>
                <a:ea typeface="宋体" panose="02010600030101010101" pitchFamily="2" charset="-122"/>
              </a:rPr>
              <a:t>，</a:t>
            </a:r>
            <a:r>
              <a:rPr lang="en-US" altLang="zh-CN" sz="2800" i="1">
                <a:latin typeface="Times New Roman" panose="02020603050405020304" pitchFamily="18" charset="0"/>
                <a:ea typeface="宋体" panose="02010600030101010101" pitchFamily="2" charset="-122"/>
              </a:rPr>
              <a:t>t</a:t>
            </a:r>
            <a:r>
              <a:rPr lang="zh-CN" altLang="en-US" sz="2800" dirty="0">
                <a:latin typeface="Times New Roman" panose="02020603050405020304" pitchFamily="18" charset="0"/>
                <a:ea typeface="宋体" panose="02010600030101010101" pitchFamily="2" charset="-122"/>
              </a:rPr>
              <a:t>为环境温度。</a:t>
            </a:r>
            <a:endParaRPr lang="zh-CN" altLang="en-US" sz="2800" dirty="0">
              <a:latin typeface="Times New Roman" panose="02020603050405020304" pitchFamily="18" charset="0"/>
              <a:ea typeface="宋体" panose="02010600030101010101" pitchFamily="2" charset="-122"/>
            </a:endParaRPr>
          </a:p>
          <a:p>
            <a:pPr eaLnBrk="0" hangingPunct="0"/>
            <a:r>
              <a:rPr lang="zh-CN" altLang="en-US" sz="2800" dirty="0">
                <a:latin typeface="Times New Roman" panose="02020603050405020304" pitchFamily="18" charset="0"/>
                <a:ea typeface="宋体" panose="02010600030101010101" pitchFamily="2" charset="-122"/>
              </a:rPr>
              <a:t>上式可作为空气中声速的理论计算公式。</a:t>
            </a:r>
            <a:endParaRPr lang="zh-CN" altLang="en-US" sz="2800" dirty="0">
              <a:latin typeface="Arial" panose="020B0604020202020204" pitchFamily="34" charset="0"/>
              <a:ea typeface="宋体" panose="02010600030101010101" pitchFamily="2" charset="-122"/>
            </a:endParaRPr>
          </a:p>
        </p:txBody>
      </p:sp>
      <p:sp>
        <p:nvSpPr>
          <p:cNvPr id="13316" name="矩形 160772"/>
          <p:cNvSpPr/>
          <p:nvPr/>
        </p:nvSpPr>
        <p:spPr>
          <a:xfrm>
            <a:off x="14288" y="4356100"/>
            <a:ext cx="8497887" cy="2246313"/>
          </a:xfrm>
          <a:prstGeom prst="rect">
            <a:avLst/>
          </a:prstGeom>
          <a:noFill/>
          <a:ln w="9525">
            <a:noFill/>
          </a:ln>
        </p:spPr>
        <p:txBody>
          <a:bodyPr anchor="ctr">
            <a:spAutoFit/>
          </a:bodyPr>
          <a:p>
            <a:pPr indent="266700"/>
            <a:r>
              <a:rPr lang="en-US" altLang="zh-CN" sz="2800">
                <a:solidFill>
                  <a:srgbClr val="1C1C1C"/>
                </a:solidFill>
                <a:latin typeface="Times New Roman" panose="02020603050405020304" pitchFamily="18" charset="0"/>
                <a:ea typeface="宋体" panose="02010600030101010101" pitchFamily="2" charset="-122"/>
              </a:rPr>
              <a:t>2.</a:t>
            </a:r>
            <a:r>
              <a:rPr lang="zh-CN" altLang="en-US" sz="2800" dirty="0">
                <a:solidFill>
                  <a:srgbClr val="1C1C1C"/>
                </a:solidFill>
                <a:latin typeface="Times New Roman" panose="02020603050405020304" pitchFamily="18" charset="0"/>
                <a:ea typeface="宋体" panose="02010600030101010101" pitchFamily="2" charset="-122"/>
              </a:rPr>
              <a:t>空气中声速的测量原理</a:t>
            </a:r>
            <a:endParaRPr lang="zh-CN" altLang="en-US" sz="2800" dirty="0">
              <a:solidFill>
                <a:srgbClr val="1C1C1C"/>
              </a:solidFill>
              <a:latin typeface="Times New Roman" panose="02020603050405020304" pitchFamily="18" charset="0"/>
              <a:ea typeface="宋体" panose="02010600030101010101" pitchFamily="2" charset="-122"/>
            </a:endParaRPr>
          </a:p>
          <a:p>
            <a:pPr indent="266700"/>
            <a:endParaRPr lang="zh-CN" altLang="en-US" sz="2800" dirty="0">
              <a:solidFill>
                <a:srgbClr val="1C1C1C"/>
              </a:solidFill>
              <a:latin typeface="Times New Roman" panose="02020603050405020304" pitchFamily="18" charset="0"/>
              <a:ea typeface="宋体" panose="02010600030101010101" pitchFamily="2" charset="-122"/>
            </a:endParaRPr>
          </a:p>
          <a:p>
            <a:pPr indent="266700"/>
            <a:r>
              <a:rPr lang="zh-CN" altLang="en-US" sz="2800" dirty="0">
                <a:solidFill>
                  <a:srgbClr val="1C1C1C"/>
                </a:solidFill>
                <a:latin typeface="Times New Roman" panose="02020603050405020304" pitchFamily="18" charset="0"/>
                <a:ea typeface="宋体" panose="02010600030101010101" pitchFamily="2" charset="-122"/>
              </a:rPr>
              <a:t>由声速与频率、波长间的关系：</a:t>
            </a:r>
            <a:r>
              <a:rPr lang="en-US" altLang="zh-CN" sz="2800" i="1">
                <a:solidFill>
                  <a:srgbClr val="1C1C1C"/>
                </a:solidFill>
                <a:latin typeface="Book Antiqua" panose="02040602050305030304" pitchFamily="18" charset="0"/>
                <a:ea typeface="宋体" panose="02010600030101010101" pitchFamily="2" charset="-122"/>
              </a:rPr>
              <a:t>v</a:t>
            </a:r>
            <a:r>
              <a:rPr lang="en-US" altLang="zh-CN" sz="2800">
                <a:solidFill>
                  <a:srgbClr val="1C1C1C"/>
                </a:solidFill>
                <a:latin typeface="Times New Roman" panose="02020603050405020304" pitchFamily="18" charset="0"/>
                <a:ea typeface="宋体" panose="02010600030101010101" pitchFamily="2" charset="-122"/>
              </a:rPr>
              <a:t>=</a:t>
            </a:r>
            <a:r>
              <a:rPr lang="en-US" altLang="zh-CN" sz="2800" i="1" err="1">
                <a:solidFill>
                  <a:srgbClr val="1C1C1C"/>
                </a:solidFill>
                <a:latin typeface="Times New Roman" panose="02020603050405020304" pitchFamily="18" charset="0"/>
                <a:ea typeface="宋体" panose="02010600030101010101" pitchFamily="2" charset="-122"/>
              </a:rPr>
              <a:t>fλ</a:t>
            </a:r>
            <a:r>
              <a:rPr lang="en-US" altLang="zh-CN" sz="2800" i="1">
                <a:solidFill>
                  <a:srgbClr val="1C1C1C"/>
                </a:solidFill>
                <a:latin typeface="Times New Roman" panose="02020603050405020304" pitchFamily="18" charset="0"/>
                <a:ea typeface="宋体" panose="02010600030101010101" pitchFamily="2" charset="-122"/>
              </a:rPr>
              <a:t> </a:t>
            </a:r>
            <a:r>
              <a:rPr lang="en-US" altLang="zh-CN" sz="2800">
                <a:solidFill>
                  <a:srgbClr val="1C1C1C"/>
                </a:solidFill>
                <a:latin typeface="Times New Roman" panose="02020603050405020304" pitchFamily="18" charset="0"/>
                <a:ea typeface="宋体" panose="02010600030101010101" pitchFamily="2" charset="-122"/>
              </a:rPr>
              <a:t>  </a:t>
            </a:r>
            <a:endParaRPr lang="en-US" altLang="zh-CN" sz="2800">
              <a:solidFill>
                <a:srgbClr val="1C1C1C"/>
              </a:solidFill>
              <a:latin typeface="Times New Roman" panose="02020603050405020304" pitchFamily="18" charset="0"/>
              <a:ea typeface="宋体" panose="02010600030101010101" pitchFamily="2" charset="-122"/>
            </a:endParaRPr>
          </a:p>
          <a:p>
            <a:pPr indent="266700"/>
            <a:r>
              <a:rPr lang="zh-CN" altLang="en-US" sz="2800" dirty="0">
                <a:solidFill>
                  <a:srgbClr val="1C1C1C"/>
                </a:solidFill>
                <a:latin typeface="Times New Roman" panose="02020603050405020304" pitchFamily="18" charset="0"/>
                <a:ea typeface="宋体" panose="02010600030101010101" pitchFamily="2" charset="-122"/>
              </a:rPr>
              <a:t>可知，测出声波的频率</a:t>
            </a:r>
            <a:r>
              <a:rPr lang="en-US" altLang="zh-CN" sz="2800" i="1">
                <a:solidFill>
                  <a:srgbClr val="1C1C1C"/>
                </a:solidFill>
                <a:latin typeface="Times New Roman" panose="02020603050405020304" pitchFamily="18" charset="0"/>
                <a:ea typeface="宋体" panose="02010600030101010101" pitchFamily="2" charset="-122"/>
              </a:rPr>
              <a:t>f</a:t>
            </a:r>
            <a:r>
              <a:rPr lang="zh-CN" altLang="en-US" sz="2800" dirty="0">
                <a:solidFill>
                  <a:srgbClr val="1C1C1C"/>
                </a:solidFill>
                <a:latin typeface="Times New Roman" panose="02020603050405020304" pitchFamily="18" charset="0"/>
                <a:ea typeface="宋体" panose="02010600030101010101" pitchFamily="2" charset="-122"/>
              </a:rPr>
              <a:t>与波长</a:t>
            </a:r>
            <a:r>
              <a:rPr lang="en-US" altLang="zh-CN" sz="2800" i="1">
                <a:solidFill>
                  <a:srgbClr val="1C1C1C"/>
                </a:solidFill>
                <a:latin typeface="Times New Roman" panose="02020603050405020304" pitchFamily="18" charset="0"/>
                <a:ea typeface="宋体" panose="02010600030101010101" pitchFamily="2" charset="-122"/>
              </a:rPr>
              <a:t>λ</a:t>
            </a:r>
            <a:r>
              <a:rPr lang="zh-CN" altLang="en-US" sz="2800" dirty="0">
                <a:solidFill>
                  <a:srgbClr val="1C1C1C"/>
                </a:solidFill>
                <a:latin typeface="Times New Roman" panose="02020603050405020304" pitchFamily="18" charset="0"/>
                <a:ea typeface="宋体" panose="02010600030101010101" pitchFamily="2" charset="-122"/>
              </a:rPr>
              <a:t>，即可由上式算出声速</a:t>
            </a:r>
            <a:r>
              <a:rPr lang="en-US" altLang="zh-CN" sz="2800" i="1">
                <a:solidFill>
                  <a:srgbClr val="1C1C1C"/>
                </a:solidFill>
                <a:latin typeface="Book Antiqua" panose="02040602050305030304" pitchFamily="18" charset="0"/>
                <a:ea typeface="宋体" panose="02010600030101010101" pitchFamily="2" charset="-122"/>
              </a:rPr>
              <a:t>v</a:t>
            </a:r>
            <a:r>
              <a:rPr lang="zh-CN" altLang="en-US" sz="2800" dirty="0">
                <a:solidFill>
                  <a:srgbClr val="1C1C1C"/>
                </a:solidFill>
                <a:latin typeface="Times New Roman" panose="02020603050405020304" pitchFamily="18" charset="0"/>
                <a:ea typeface="宋体" panose="02010600030101010101" pitchFamily="2" charset="-122"/>
              </a:rPr>
              <a:t>。</a:t>
            </a:r>
            <a:endParaRPr lang="zh-CN" altLang="en-US" sz="2800" dirty="0">
              <a:solidFill>
                <a:srgbClr val="1C1C1C"/>
              </a:solidFill>
              <a:latin typeface="Times New Roman" panose="02020603050405020304" pitchFamily="18" charset="0"/>
              <a:ea typeface="宋体" panose="02010600030101010101" pitchFamily="2" charset="-122"/>
            </a:endParaRPr>
          </a:p>
        </p:txBody>
      </p:sp>
    </p:spTree>
    <p:custDataLst>
      <p:tags r:id="rId3"/>
    </p:custDataLst>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流程图: 可选过程 52274"/>
          <p:cNvSpPr/>
          <p:nvPr/>
        </p:nvSpPr>
        <p:spPr>
          <a:xfrm>
            <a:off x="457200" y="1017588"/>
            <a:ext cx="4114800" cy="115887"/>
          </a:xfrm>
          <a:prstGeom prst="flowChartAlternateProcess">
            <a:avLst/>
          </a:prstGeom>
          <a:gradFill rotWithShape="0">
            <a:gsLst>
              <a:gs pos="0">
                <a:srgbClr val="005CBF">
                  <a:alpha val="100000"/>
                </a:srgbClr>
              </a:gs>
              <a:gs pos="25000">
                <a:srgbClr val="0087E6">
                  <a:alpha val="100000"/>
                </a:srgbClr>
              </a:gs>
              <a:gs pos="75000">
                <a:srgbClr val="21D6E0">
                  <a:alpha val="100000"/>
                </a:srgbClr>
              </a:gs>
              <a:gs pos="100000">
                <a:srgbClr val="03D4A8">
                  <a:alpha val="100000"/>
                </a:srgbClr>
              </a:gs>
            </a:gsLst>
            <a:lin ang="0" scaled="1"/>
            <a:tileRect/>
          </a:gradFill>
          <a:ln w="9525">
            <a:noFill/>
          </a:ln>
        </p:spPr>
        <p:txBody>
          <a:bodyPr anchor="t"/>
          <a:p>
            <a:endParaRPr lang="zh-CN" altLang="en-US">
              <a:latin typeface="Arial" panose="020B0604020202020204" pitchFamily="34" charset="0"/>
              <a:ea typeface="宋体" panose="02010600030101010101" pitchFamily="2" charset="-122"/>
            </a:endParaRPr>
          </a:p>
        </p:txBody>
      </p:sp>
      <p:sp>
        <p:nvSpPr>
          <p:cNvPr id="14338" name="标题 52275"/>
          <p:cNvSpPr>
            <a:spLocks noGrp="1"/>
          </p:cNvSpPr>
          <p:nvPr>
            <p:ph type="title"/>
          </p:nvPr>
        </p:nvSpPr>
        <p:spPr>
          <a:xfrm>
            <a:off x="254000" y="168275"/>
            <a:ext cx="6718300" cy="755650"/>
          </a:xfrm>
        </p:spPr>
        <p:txBody>
          <a:bodyPr lIns="91440" tIns="45720" rIns="91440" bIns="45720" anchor="b"/>
          <a:p>
            <a:pPr eaLnBrk="0" hangingPunct="0"/>
            <a:r>
              <a:rPr lang="zh-CN" altLang="en-US" dirty="0">
                <a:solidFill>
                  <a:schemeClr val="tx1"/>
                </a:solidFill>
                <a:latin typeface="Times New Roman" panose="02020603050405020304" pitchFamily="18" charset="0"/>
              </a:rPr>
              <a:t>一、 实 验 装 置（驻波法）</a:t>
            </a:r>
            <a:endParaRPr lang="zh-CN" altLang="en-US" dirty="0">
              <a:solidFill>
                <a:schemeClr val="tx1"/>
              </a:solidFill>
              <a:latin typeface="Times New Roman" panose="02020603050405020304" pitchFamily="18" charset="0"/>
            </a:endParaRPr>
          </a:p>
        </p:txBody>
      </p:sp>
      <p:pic>
        <p:nvPicPr>
          <p:cNvPr id="14339" name="图片 -2147482606" descr="图片3"/>
          <p:cNvPicPr>
            <a:picLocks noChangeAspect="1"/>
          </p:cNvPicPr>
          <p:nvPr/>
        </p:nvPicPr>
        <p:blipFill>
          <a:blip r:embed="rId1"/>
          <a:stretch>
            <a:fillRect/>
          </a:stretch>
        </p:blipFill>
        <p:spPr>
          <a:xfrm>
            <a:off x="779463" y="1685925"/>
            <a:ext cx="7281862" cy="2124075"/>
          </a:xfrm>
          <a:prstGeom prst="rect">
            <a:avLst/>
          </a:prstGeom>
          <a:noFill/>
          <a:ln w="9525">
            <a:noFill/>
          </a:ln>
        </p:spPr>
      </p:pic>
      <p:sp>
        <p:nvSpPr>
          <p:cNvPr id="14340" name="任意多边形 54284"/>
          <p:cNvSpPr/>
          <p:nvPr/>
        </p:nvSpPr>
        <p:spPr>
          <a:xfrm rot="5400000">
            <a:off x="2082800" y="4668838"/>
            <a:ext cx="1143000" cy="568325"/>
          </a:xfrm>
          <a:custGeom>
            <a:avLst/>
            <a:gdLst/>
            <a:ahLst/>
            <a:cxnLst/>
            <a:pathLst>
              <a:path w="720" h="358">
                <a:moveTo>
                  <a:pt x="240" y="166"/>
                </a:moveTo>
                <a:lnTo>
                  <a:pt x="240" y="358"/>
                </a:lnTo>
                <a:lnTo>
                  <a:pt x="432" y="358"/>
                </a:lnTo>
                <a:lnTo>
                  <a:pt x="432" y="166"/>
                </a:lnTo>
                <a:lnTo>
                  <a:pt x="720" y="0"/>
                </a:lnTo>
                <a:lnTo>
                  <a:pt x="0" y="0"/>
                </a:lnTo>
                <a:lnTo>
                  <a:pt x="240" y="166"/>
                </a:lnTo>
                <a:close/>
              </a:path>
            </a:pathLst>
          </a:custGeom>
          <a:solidFill>
            <a:srgbClr val="FFCC99"/>
          </a:solidFill>
          <a:ln w="9525" cap="flat" cmpd="sng">
            <a:solidFill>
              <a:schemeClr val="tx1"/>
            </a:solidFill>
            <a:prstDash val="solid"/>
            <a:round/>
            <a:headEnd type="none" w="med" len="med"/>
            <a:tailEnd type="none" w="med" len="med"/>
          </a:ln>
        </p:spPr>
        <p:txBody>
          <a:bodyPr/>
          <a:p>
            <a:endParaRPr lang="zh-CN" altLang="en-US"/>
          </a:p>
        </p:txBody>
      </p:sp>
      <p:sp>
        <p:nvSpPr>
          <p:cNvPr id="14341" name="任意多边形 54285"/>
          <p:cNvSpPr/>
          <p:nvPr/>
        </p:nvSpPr>
        <p:spPr>
          <a:xfrm rot="-5400000" flipH="1">
            <a:off x="5476875" y="4668838"/>
            <a:ext cx="1143000" cy="568325"/>
          </a:xfrm>
          <a:custGeom>
            <a:avLst/>
            <a:gdLst/>
            <a:ahLst/>
            <a:cxnLst/>
            <a:pathLst>
              <a:path w="720" h="358">
                <a:moveTo>
                  <a:pt x="240" y="166"/>
                </a:moveTo>
                <a:lnTo>
                  <a:pt x="240" y="358"/>
                </a:lnTo>
                <a:lnTo>
                  <a:pt x="432" y="358"/>
                </a:lnTo>
                <a:lnTo>
                  <a:pt x="432" y="166"/>
                </a:lnTo>
                <a:lnTo>
                  <a:pt x="720" y="0"/>
                </a:lnTo>
                <a:lnTo>
                  <a:pt x="0" y="0"/>
                </a:lnTo>
                <a:lnTo>
                  <a:pt x="240" y="166"/>
                </a:lnTo>
                <a:close/>
              </a:path>
            </a:pathLst>
          </a:custGeom>
          <a:solidFill>
            <a:srgbClr val="FFCC99"/>
          </a:solidFill>
          <a:ln w="9525" cap="flat" cmpd="sng">
            <a:solidFill>
              <a:schemeClr val="tx1"/>
            </a:solidFill>
            <a:prstDash val="solid"/>
            <a:round/>
            <a:headEnd type="none" w="med" len="med"/>
            <a:tailEnd type="none" w="med" len="med"/>
          </a:ln>
        </p:spPr>
        <p:txBody>
          <a:bodyPr/>
          <a:p>
            <a:endParaRPr lang="zh-CN" altLang="en-US"/>
          </a:p>
        </p:txBody>
      </p:sp>
      <p:sp>
        <p:nvSpPr>
          <p:cNvPr id="14342" name="直接连接符 54286"/>
          <p:cNvSpPr/>
          <p:nvPr/>
        </p:nvSpPr>
        <p:spPr>
          <a:xfrm flipV="1">
            <a:off x="2979738" y="4618038"/>
            <a:ext cx="381000" cy="220662"/>
          </a:xfrm>
          <a:prstGeom prst="line">
            <a:avLst/>
          </a:prstGeom>
          <a:ln w="9525" cap="flat" cmpd="sng">
            <a:solidFill>
              <a:schemeClr val="tx1"/>
            </a:solidFill>
            <a:prstDash val="solid"/>
            <a:round/>
            <a:headEnd type="none" w="med" len="med"/>
            <a:tailEnd type="none" w="med" len="med"/>
          </a:ln>
        </p:spPr>
      </p:sp>
      <p:sp>
        <p:nvSpPr>
          <p:cNvPr id="14343" name="直接连接符 54287"/>
          <p:cNvSpPr/>
          <p:nvPr/>
        </p:nvSpPr>
        <p:spPr>
          <a:xfrm>
            <a:off x="2979738" y="4991100"/>
            <a:ext cx="457200" cy="0"/>
          </a:xfrm>
          <a:prstGeom prst="line">
            <a:avLst/>
          </a:prstGeom>
          <a:ln w="9525" cap="flat" cmpd="sng">
            <a:solidFill>
              <a:schemeClr val="tx1"/>
            </a:solidFill>
            <a:prstDash val="solid"/>
            <a:round/>
            <a:headEnd type="none" w="med" len="med"/>
            <a:tailEnd type="none" w="med" len="med"/>
          </a:ln>
        </p:spPr>
      </p:sp>
      <p:sp>
        <p:nvSpPr>
          <p:cNvPr id="14344" name="直接连接符 54288"/>
          <p:cNvSpPr/>
          <p:nvPr/>
        </p:nvSpPr>
        <p:spPr>
          <a:xfrm>
            <a:off x="2979738" y="5143500"/>
            <a:ext cx="381000" cy="220663"/>
          </a:xfrm>
          <a:prstGeom prst="line">
            <a:avLst/>
          </a:prstGeom>
          <a:ln w="9525" cap="flat" cmpd="sng">
            <a:solidFill>
              <a:schemeClr val="tx1"/>
            </a:solidFill>
            <a:prstDash val="solid"/>
            <a:round/>
            <a:headEnd type="none" w="med" len="med"/>
            <a:tailEnd type="none" w="med" len="med"/>
          </a:ln>
        </p:spPr>
      </p:sp>
      <p:sp>
        <p:nvSpPr>
          <p:cNvPr id="14345" name="直接连接符 54289"/>
          <p:cNvSpPr/>
          <p:nvPr/>
        </p:nvSpPr>
        <p:spPr>
          <a:xfrm>
            <a:off x="5341938" y="4533900"/>
            <a:ext cx="304800" cy="304800"/>
          </a:xfrm>
          <a:prstGeom prst="line">
            <a:avLst/>
          </a:prstGeom>
          <a:ln w="9525" cap="flat" cmpd="sng">
            <a:solidFill>
              <a:schemeClr val="tx1"/>
            </a:solidFill>
            <a:prstDash val="solid"/>
            <a:round/>
            <a:headEnd type="none" w="med" len="med"/>
            <a:tailEnd type="none" w="med" len="med"/>
          </a:ln>
        </p:spPr>
      </p:sp>
      <p:sp>
        <p:nvSpPr>
          <p:cNvPr id="14346" name="直接连接符 54290"/>
          <p:cNvSpPr/>
          <p:nvPr/>
        </p:nvSpPr>
        <p:spPr>
          <a:xfrm>
            <a:off x="5265738" y="4991100"/>
            <a:ext cx="381000" cy="0"/>
          </a:xfrm>
          <a:prstGeom prst="line">
            <a:avLst/>
          </a:prstGeom>
          <a:ln w="9525" cap="flat" cmpd="sng">
            <a:solidFill>
              <a:schemeClr val="tx1"/>
            </a:solidFill>
            <a:prstDash val="solid"/>
            <a:round/>
            <a:headEnd type="none" w="med" len="med"/>
            <a:tailEnd type="none" w="med" len="med"/>
          </a:ln>
        </p:spPr>
      </p:sp>
      <p:sp>
        <p:nvSpPr>
          <p:cNvPr id="14347" name="直接连接符 54291"/>
          <p:cNvSpPr/>
          <p:nvPr/>
        </p:nvSpPr>
        <p:spPr>
          <a:xfrm flipH="1">
            <a:off x="5265738" y="5143500"/>
            <a:ext cx="381000" cy="219075"/>
          </a:xfrm>
          <a:prstGeom prst="line">
            <a:avLst/>
          </a:prstGeom>
          <a:ln w="9525" cap="flat" cmpd="sng">
            <a:solidFill>
              <a:schemeClr val="tx1"/>
            </a:solidFill>
            <a:prstDash val="solid"/>
            <a:round/>
            <a:headEnd type="none" w="med" len="med"/>
            <a:tailEnd type="none" w="med" len="med"/>
          </a:ln>
        </p:spPr>
      </p:sp>
      <p:sp>
        <p:nvSpPr>
          <p:cNvPr id="14348" name="文本框 54292"/>
          <p:cNvSpPr txBox="1"/>
          <p:nvPr/>
        </p:nvSpPr>
        <p:spPr>
          <a:xfrm>
            <a:off x="2293938" y="5753100"/>
            <a:ext cx="1143000" cy="457200"/>
          </a:xfrm>
          <a:prstGeom prst="rect">
            <a:avLst/>
          </a:prstGeom>
          <a:noFill/>
          <a:ln w="9525">
            <a:noFill/>
          </a:ln>
        </p:spPr>
        <p:txBody>
          <a:bodyPr anchor="t">
            <a:spAutoFit/>
          </a:bodyPr>
          <a:p>
            <a:pPr algn="ctr">
              <a:spcBef>
                <a:spcPct val="50000"/>
              </a:spcBef>
            </a:pPr>
            <a:r>
              <a:rPr lang="en-US" altLang="zh-CN">
                <a:latin typeface="楷体_GB2312" panose="02010609030101010101" pitchFamily="49" charset="-122"/>
                <a:ea typeface="楷体_GB2312" panose="02010609030101010101" pitchFamily="49" charset="-122"/>
              </a:rPr>
              <a:t>S</a:t>
            </a:r>
            <a:r>
              <a:rPr lang="en-US" altLang="zh-CN" baseline="-25000">
                <a:latin typeface="楷体_GB2312" panose="02010609030101010101" pitchFamily="49" charset="-122"/>
                <a:ea typeface="楷体_GB2312" panose="02010609030101010101" pitchFamily="49" charset="-122"/>
              </a:rPr>
              <a:t>1</a:t>
            </a:r>
            <a:r>
              <a:rPr lang="zh-CN" altLang="en-US" dirty="0">
                <a:latin typeface="楷体_GB2312" panose="02010609030101010101" pitchFamily="49" charset="-122"/>
                <a:ea typeface="楷体_GB2312" panose="02010609030101010101" pitchFamily="49" charset="-122"/>
              </a:rPr>
              <a:t>发射</a:t>
            </a:r>
            <a:endParaRPr lang="zh-CN" altLang="en-US" dirty="0">
              <a:latin typeface="楷体_GB2312" panose="02010609030101010101" pitchFamily="49" charset="-122"/>
              <a:ea typeface="楷体_GB2312" panose="02010609030101010101" pitchFamily="49" charset="-122"/>
            </a:endParaRPr>
          </a:p>
        </p:txBody>
      </p:sp>
      <p:sp>
        <p:nvSpPr>
          <p:cNvPr id="14349" name="文本框 54293"/>
          <p:cNvSpPr txBox="1"/>
          <p:nvPr/>
        </p:nvSpPr>
        <p:spPr>
          <a:xfrm>
            <a:off x="5341938" y="5829300"/>
            <a:ext cx="1143000" cy="457200"/>
          </a:xfrm>
          <a:prstGeom prst="rect">
            <a:avLst/>
          </a:prstGeom>
          <a:noFill/>
          <a:ln w="9525">
            <a:noFill/>
          </a:ln>
        </p:spPr>
        <p:txBody>
          <a:bodyPr anchor="t">
            <a:spAutoFit/>
          </a:bodyPr>
          <a:p>
            <a:pPr algn="ctr">
              <a:spcBef>
                <a:spcPct val="50000"/>
              </a:spcBef>
            </a:pPr>
            <a:r>
              <a:rPr lang="en-US" altLang="zh-CN">
                <a:latin typeface="楷体_GB2312" panose="02010609030101010101" pitchFamily="49" charset="-122"/>
                <a:ea typeface="楷体_GB2312" panose="02010609030101010101" pitchFamily="49" charset="-122"/>
              </a:rPr>
              <a:t>S</a:t>
            </a:r>
            <a:r>
              <a:rPr lang="en-US" altLang="zh-CN" baseline="-25000">
                <a:latin typeface="楷体_GB2312" panose="02010609030101010101" pitchFamily="49" charset="-122"/>
                <a:ea typeface="楷体_GB2312" panose="02010609030101010101" pitchFamily="49" charset="-122"/>
              </a:rPr>
              <a:t>2</a:t>
            </a:r>
            <a:r>
              <a:rPr lang="zh-CN" altLang="en-US" dirty="0">
                <a:latin typeface="楷体_GB2312" panose="02010609030101010101" pitchFamily="49" charset="-122"/>
                <a:ea typeface="楷体_GB2312" panose="02010609030101010101" pitchFamily="49" charset="-122"/>
              </a:rPr>
              <a:t>反射</a:t>
            </a:r>
            <a:endParaRPr lang="zh-CN" altLang="en-US" dirty="0">
              <a:latin typeface="楷体_GB2312" panose="02010609030101010101" pitchFamily="49" charset="-122"/>
              <a:ea typeface="楷体_GB2312" panose="02010609030101010101" pitchFamily="49" charset="-122"/>
            </a:endParaRPr>
          </a:p>
        </p:txBody>
      </p:sp>
      <p:sp>
        <p:nvSpPr>
          <p:cNvPr id="14350" name="文本框 54294"/>
          <p:cNvSpPr txBox="1"/>
          <p:nvPr/>
        </p:nvSpPr>
        <p:spPr>
          <a:xfrm>
            <a:off x="3360738" y="4991100"/>
            <a:ext cx="1905000" cy="365125"/>
          </a:xfrm>
          <a:prstGeom prst="rect">
            <a:avLst/>
          </a:prstGeom>
          <a:noFill/>
          <a:ln w="9525">
            <a:noFill/>
          </a:ln>
        </p:spPr>
        <p:txBody>
          <a:bodyPr lIns="0" tIns="0" rIns="0" bIns="0" anchor="t">
            <a:spAutoFit/>
          </a:bodyPr>
          <a:p>
            <a:pPr algn="ctr">
              <a:spcBef>
                <a:spcPct val="50000"/>
              </a:spcBef>
            </a:pPr>
            <a:r>
              <a:rPr lang="zh-CN" altLang="en-US" dirty="0">
                <a:latin typeface="Times New Roman" panose="02020603050405020304" pitchFamily="18" charset="0"/>
                <a:ea typeface="楷体_GB2312" panose="02010609030101010101" pitchFamily="49" charset="-122"/>
              </a:rPr>
              <a:t>干涉而成驻波</a:t>
            </a:r>
            <a:endParaRPr lang="zh-CN" altLang="en-US" dirty="0">
              <a:latin typeface="Times New Roman" panose="02020603050405020304" pitchFamily="18" charset="0"/>
              <a:ea typeface="楷体_GB2312" panose="02010609030101010101" pitchFamily="49" charset="-122"/>
            </a:endParaRPr>
          </a:p>
        </p:txBody>
      </p:sp>
      <p:sp>
        <p:nvSpPr>
          <p:cNvPr id="14351" name="直接连接符 54295"/>
          <p:cNvSpPr/>
          <p:nvPr/>
        </p:nvSpPr>
        <p:spPr>
          <a:xfrm>
            <a:off x="4656138" y="4457700"/>
            <a:ext cx="1066800" cy="0"/>
          </a:xfrm>
          <a:prstGeom prst="line">
            <a:avLst/>
          </a:prstGeom>
          <a:ln w="9525" cap="flat" cmpd="sng">
            <a:solidFill>
              <a:schemeClr val="tx1"/>
            </a:solidFill>
            <a:prstDash val="solid"/>
            <a:round/>
            <a:headEnd type="none" w="med" len="med"/>
            <a:tailEnd type="triangle" w="med" len="med"/>
          </a:ln>
        </p:spPr>
      </p:sp>
      <p:sp>
        <p:nvSpPr>
          <p:cNvPr id="14352" name="直接连接符 54296"/>
          <p:cNvSpPr/>
          <p:nvPr/>
        </p:nvSpPr>
        <p:spPr>
          <a:xfrm flipH="1">
            <a:off x="2979738" y="4457700"/>
            <a:ext cx="1143000" cy="0"/>
          </a:xfrm>
          <a:prstGeom prst="line">
            <a:avLst/>
          </a:prstGeom>
          <a:ln w="9525" cap="flat" cmpd="sng">
            <a:solidFill>
              <a:schemeClr val="tx1"/>
            </a:solidFill>
            <a:prstDash val="solid"/>
            <a:round/>
            <a:headEnd type="none" w="med" len="med"/>
            <a:tailEnd type="triangle" w="med" len="med"/>
          </a:ln>
        </p:spPr>
      </p:sp>
      <p:sp>
        <p:nvSpPr>
          <p:cNvPr id="14353" name="文本框 54297"/>
          <p:cNvSpPr txBox="1"/>
          <p:nvPr/>
        </p:nvSpPr>
        <p:spPr>
          <a:xfrm>
            <a:off x="4046538" y="4229100"/>
            <a:ext cx="609600" cy="457200"/>
          </a:xfrm>
          <a:prstGeom prst="rect">
            <a:avLst/>
          </a:prstGeom>
          <a:noFill/>
          <a:ln w="9525">
            <a:noFill/>
          </a:ln>
        </p:spPr>
        <p:txBody>
          <a:bodyPr anchor="t">
            <a:spAutoFit/>
          </a:bodyPr>
          <a:p>
            <a:pPr algn="ctr">
              <a:spcBef>
                <a:spcPct val="50000"/>
              </a:spcBef>
            </a:pPr>
            <a:r>
              <a:rPr lang="en-US" altLang="zh-CN">
                <a:latin typeface="Times New Roman" panose="02020603050405020304" pitchFamily="18" charset="0"/>
                <a:ea typeface="宋体" panose="02010600030101010101" pitchFamily="2" charset="-122"/>
              </a:rPr>
              <a:t>L</a:t>
            </a:r>
            <a:endParaRPr lang="en-US" altLang="zh-CN">
              <a:latin typeface="Times New Roman" panose="02020603050405020304" pitchFamily="18" charset="0"/>
              <a:ea typeface="宋体" panose="02010600030101010101" pitchFamily="2" charset="-122"/>
            </a:endParaRPr>
          </a:p>
        </p:txBody>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矩形 158721"/>
          <p:cNvSpPr/>
          <p:nvPr/>
        </p:nvSpPr>
        <p:spPr>
          <a:xfrm>
            <a:off x="898525" y="1021715"/>
            <a:ext cx="6913563" cy="457200"/>
          </a:xfrm>
          <a:prstGeom prst="rect">
            <a:avLst/>
          </a:prstGeom>
          <a:noFill/>
          <a:ln w="9525">
            <a:noFill/>
          </a:ln>
        </p:spPr>
        <p:txBody>
          <a:bodyPr anchor="ctr">
            <a:spAutoFit/>
          </a:bodyPr>
          <a:p>
            <a:pPr eaLnBrk="0" hangingPunct="0"/>
            <a:r>
              <a:rPr lang="zh-CN" altLang="en-US" sz="2400" dirty="0">
                <a:solidFill>
                  <a:srgbClr val="1C1C1C"/>
                </a:solidFill>
                <a:latin typeface="Times New Roman" panose="02020603050405020304" pitchFamily="18" charset="0"/>
                <a:ea typeface="宋体" panose="02010600030101010101" pitchFamily="2" charset="-122"/>
              </a:rPr>
              <a:t>依波动理论，设沿</a:t>
            </a:r>
            <a:r>
              <a:rPr lang="en-US" altLang="zh-CN" sz="2400">
                <a:solidFill>
                  <a:srgbClr val="1C1C1C"/>
                </a:solidFill>
                <a:latin typeface="Times New Roman" panose="02020603050405020304" pitchFamily="18" charset="0"/>
                <a:ea typeface="宋体" panose="02010600030101010101" pitchFamily="2" charset="-122"/>
              </a:rPr>
              <a:t>X</a:t>
            </a:r>
            <a:r>
              <a:rPr lang="zh-CN" altLang="en-US" sz="2400" dirty="0">
                <a:solidFill>
                  <a:srgbClr val="1C1C1C"/>
                </a:solidFill>
                <a:latin typeface="Times New Roman" panose="02020603050405020304" pitchFamily="18" charset="0"/>
                <a:ea typeface="宋体" panose="02010600030101010101" pitchFamily="2" charset="-122"/>
              </a:rPr>
              <a:t>方向射出的入射波方程为：</a:t>
            </a:r>
            <a:endParaRPr lang="zh-CN" altLang="en-US" sz="2400" dirty="0">
              <a:solidFill>
                <a:srgbClr val="1C1C1C"/>
              </a:solidFill>
              <a:latin typeface="Times New Roman" panose="02020603050405020304" pitchFamily="18" charset="0"/>
              <a:ea typeface="宋体" panose="02010600030101010101" pitchFamily="2" charset="-122"/>
            </a:endParaRPr>
          </a:p>
        </p:txBody>
      </p:sp>
      <p:sp>
        <p:nvSpPr>
          <p:cNvPr id="15362" name="矩形 158723"/>
          <p:cNvSpPr/>
          <p:nvPr/>
        </p:nvSpPr>
        <p:spPr>
          <a:xfrm>
            <a:off x="0" y="3171825"/>
            <a:ext cx="9144000" cy="0"/>
          </a:xfrm>
          <a:prstGeom prst="rect">
            <a:avLst/>
          </a:prstGeom>
          <a:noFill/>
          <a:ln w="9525">
            <a:noFill/>
          </a:ln>
        </p:spPr>
        <p:txBody>
          <a:bodyPr anchor="t"/>
          <a:p>
            <a:endParaRPr lang="zh-CN" altLang="en-US">
              <a:latin typeface="Arial" panose="020B0604020202020204" pitchFamily="34" charset="0"/>
              <a:ea typeface="宋体" panose="02010600030101010101" pitchFamily="2" charset="-122"/>
            </a:endParaRPr>
          </a:p>
        </p:txBody>
      </p:sp>
      <p:graphicFrame>
        <p:nvGraphicFramePr>
          <p:cNvPr id="15363" name="对象 158722"/>
          <p:cNvGraphicFramePr/>
          <p:nvPr/>
        </p:nvGraphicFramePr>
        <p:xfrm>
          <a:off x="2124075" y="1406525"/>
          <a:ext cx="3527425" cy="928688"/>
        </p:xfrm>
        <a:graphic>
          <a:graphicData uri="http://schemas.openxmlformats.org/presentationml/2006/ole">
            <mc:AlternateContent xmlns:mc="http://schemas.openxmlformats.org/markup-compatibility/2006">
              <mc:Choice xmlns:v="urn:schemas-microsoft-com:vml" Requires="v">
                <p:oleObj spid="_x0000_s3081" name="" r:id="rId1" imgW="1346200" imgH="393700" progId="Equation.3">
                  <p:embed/>
                </p:oleObj>
              </mc:Choice>
              <mc:Fallback>
                <p:oleObj name="" r:id="rId1" imgW="1346200" imgH="393700" progId="Equation.3">
                  <p:embed/>
                  <p:pic>
                    <p:nvPicPr>
                      <p:cNvPr id="0" name="图片 3080"/>
                      <p:cNvPicPr/>
                      <p:nvPr/>
                    </p:nvPicPr>
                    <p:blipFill>
                      <a:blip r:embed="rId2"/>
                      <a:stretch>
                        <a:fillRect/>
                      </a:stretch>
                    </p:blipFill>
                    <p:spPr>
                      <a:xfrm>
                        <a:off x="2124075" y="1406525"/>
                        <a:ext cx="3527425" cy="928688"/>
                      </a:xfrm>
                      <a:prstGeom prst="rect">
                        <a:avLst/>
                      </a:prstGeom>
                      <a:noFill/>
                      <a:ln w="38100">
                        <a:noFill/>
                        <a:miter/>
                      </a:ln>
                    </p:spPr>
                  </p:pic>
                </p:oleObj>
              </mc:Fallback>
            </mc:AlternateContent>
          </a:graphicData>
        </a:graphic>
      </p:graphicFrame>
      <p:sp>
        <p:nvSpPr>
          <p:cNvPr id="15364" name="矩形 158724"/>
          <p:cNvSpPr/>
          <p:nvPr/>
        </p:nvSpPr>
        <p:spPr>
          <a:xfrm>
            <a:off x="900113" y="2100263"/>
            <a:ext cx="3024187" cy="457200"/>
          </a:xfrm>
          <a:prstGeom prst="rect">
            <a:avLst/>
          </a:prstGeom>
          <a:noFill/>
          <a:ln w="9525">
            <a:noFill/>
          </a:ln>
        </p:spPr>
        <p:txBody>
          <a:bodyPr anchor="ctr">
            <a:spAutoFit/>
          </a:bodyPr>
          <a:p>
            <a:pPr eaLnBrk="0" hangingPunct="0"/>
            <a:r>
              <a:rPr lang="zh-CN" altLang="en-US" sz="2400" dirty="0">
                <a:solidFill>
                  <a:srgbClr val="1C1C1C"/>
                </a:solidFill>
                <a:latin typeface="Times New Roman" panose="02020603050405020304" pitchFamily="18" charset="0"/>
                <a:ea typeface="宋体" panose="02010600030101010101" pitchFamily="2" charset="-122"/>
              </a:rPr>
              <a:t>反射波方程为：</a:t>
            </a:r>
            <a:endParaRPr lang="zh-CN" altLang="en-US" sz="2400" dirty="0">
              <a:solidFill>
                <a:srgbClr val="1C1C1C"/>
              </a:solidFill>
              <a:latin typeface="Times New Roman" panose="02020603050405020304" pitchFamily="18" charset="0"/>
              <a:ea typeface="宋体" panose="02010600030101010101" pitchFamily="2" charset="-122"/>
            </a:endParaRPr>
          </a:p>
        </p:txBody>
      </p:sp>
      <p:sp>
        <p:nvSpPr>
          <p:cNvPr id="15365" name="矩形 158726"/>
          <p:cNvSpPr/>
          <p:nvPr/>
        </p:nvSpPr>
        <p:spPr>
          <a:xfrm>
            <a:off x="0" y="3176588"/>
            <a:ext cx="9144000" cy="0"/>
          </a:xfrm>
          <a:prstGeom prst="rect">
            <a:avLst/>
          </a:prstGeom>
          <a:noFill/>
          <a:ln w="9525">
            <a:noFill/>
          </a:ln>
        </p:spPr>
        <p:txBody>
          <a:bodyPr anchor="t"/>
          <a:p>
            <a:endParaRPr lang="zh-CN" altLang="en-US">
              <a:latin typeface="Arial" panose="020B0604020202020204" pitchFamily="34" charset="0"/>
              <a:ea typeface="宋体" panose="02010600030101010101" pitchFamily="2" charset="-122"/>
            </a:endParaRPr>
          </a:p>
        </p:txBody>
      </p:sp>
      <p:graphicFrame>
        <p:nvGraphicFramePr>
          <p:cNvPr id="15366" name="对象 158725"/>
          <p:cNvGraphicFramePr/>
          <p:nvPr/>
        </p:nvGraphicFramePr>
        <p:xfrm>
          <a:off x="2124075" y="2278063"/>
          <a:ext cx="3087688" cy="857250"/>
        </p:xfrm>
        <a:graphic>
          <a:graphicData uri="http://schemas.openxmlformats.org/presentationml/2006/ole">
            <mc:AlternateContent xmlns:mc="http://schemas.openxmlformats.org/markup-compatibility/2006">
              <mc:Choice xmlns:v="urn:schemas-microsoft-com:vml" Requires="v">
                <p:oleObj spid="_x0000_s3082" name="" r:id="rId3" imgW="1358900" imgH="393700" progId="Equation.3">
                  <p:embed/>
                </p:oleObj>
              </mc:Choice>
              <mc:Fallback>
                <p:oleObj name="" r:id="rId3" imgW="1358900" imgH="393700" progId="Equation.3">
                  <p:embed/>
                  <p:pic>
                    <p:nvPicPr>
                      <p:cNvPr id="0" name="图片 3081"/>
                      <p:cNvPicPr/>
                      <p:nvPr/>
                    </p:nvPicPr>
                    <p:blipFill>
                      <a:blip r:embed="rId4"/>
                      <a:stretch>
                        <a:fillRect/>
                      </a:stretch>
                    </p:blipFill>
                    <p:spPr>
                      <a:xfrm>
                        <a:off x="2124075" y="2278063"/>
                        <a:ext cx="3087688" cy="857250"/>
                      </a:xfrm>
                      <a:prstGeom prst="rect">
                        <a:avLst/>
                      </a:prstGeom>
                      <a:noFill/>
                      <a:ln w="38100">
                        <a:noFill/>
                        <a:miter/>
                      </a:ln>
                    </p:spPr>
                  </p:pic>
                </p:oleObj>
              </mc:Fallback>
            </mc:AlternateContent>
          </a:graphicData>
        </a:graphic>
      </p:graphicFrame>
      <p:sp>
        <p:nvSpPr>
          <p:cNvPr id="15367" name="矩形 158727"/>
          <p:cNvSpPr/>
          <p:nvPr/>
        </p:nvSpPr>
        <p:spPr>
          <a:xfrm>
            <a:off x="971550" y="2927350"/>
            <a:ext cx="6985000" cy="641350"/>
          </a:xfrm>
          <a:prstGeom prst="rect">
            <a:avLst/>
          </a:prstGeom>
          <a:noFill/>
          <a:ln w="9525">
            <a:noFill/>
          </a:ln>
        </p:spPr>
        <p:txBody>
          <a:bodyPr anchor="ctr">
            <a:spAutoFit/>
          </a:bodyPr>
          <a:p>
            <a:pPr eaLnBrk="0" hangingPunct="0"/>
            <a:r>
              <a:rPr lang="zh-CN" altLang="en-US" sz="2400" dirty="0">
                <a:solidFill>
                  <a:srgbClr val="1C1C1C"/>
                </a:solidFill>
                <a:latin typeface="Times New Roman" panose="02020603050405020304" pitchFamily="18" charset="0"/>
                <a:ea typeface="宋体" panose="02010600030101010101" pitchFamily="2" charset="-122"/>
              </a:rPr>
              <a:t>在任意时刻</a:t>
            </a:r>
            <a:r>
              <a:rPr lang="en-US" altLang="zh-CN" sz="2400" i="1">
                <a:solidFill>
                  <a:srgbClr val="1C1C1C"/>
                </a:solidFill>
                <a:latin typeface="Times New Roman" panose="02020603050405020304" pitchFamily="18" charset="0"/>
                <a:ea typeface="宋体" panose="02010600030101010101" pitchFamily="2" charset="-122"/>
              </a:rPr>
              <a:t>t</a:t>
            </a:r>
            <a:r>
              <a:rPr lang="zh-CN" altLang="en-US" sz="2400" dirty="0">
                <a:solidFill>
                  <a:srgbClr val="1C1C1C"/>
                </a:solidFill>
                <a:latin typeface="Times New Roman" panose="02020603050405020304" pitchFamily="18" charset="0"/>
                <a:ea typeface="宋体" panose="02010600030101010101" pitchFamily="2" charset="-122"/>
              </a:rPr>
              <a:t>，空气中某一位置处的合振动方程为：</a:t>
            </a:r>
            <a:r>
              <a:rPr lang="zh-CN" altLang="en-US" sz="3600" b="1" dirty="0">
                <a:solidFill>
                  <a:srgbClr val="1C1C1C"/>
                </a:solidFill>
                <a:latin typeface="Times New Roman" panose="02020603050405020304" pitchFamily="18" charset="0"/>
                <a:ea typeface="宋体" panose="02010600030101010101" pitchFamily="2" charset="-122"/>
              </a:rPr>
              <a:t> </a:t>
            </a:r>
            <a:endParaRPr lang="zh-CN" altLang="en-US" sz="3600" b="1" dirty="0">
              <a:solidFill>
                <a:srgbClr val="1C1C1C"/>
              </a:solidFill>
              <a:latin typeface="Times New Roman" panose="02020603050405020304" pitchFamily="18" charset="0"/>
              <a:ea typeface="宋体" panose="02010600030101010101" pitchFamily="2" charset="-122"/>
            </a:endParaRPr>
          </a:p>
        </p:txBody>
      </p:sp>
      <p:sp>
        <p:nvSpPr>
          <p:cNvPr id="15368" name="矩形 158729"/>
          <p:cNvSpPr/>
          <p:nvPr/>
        </p:nvSpPr>
        <p:spPr>
          <a:xfrm>
            <a:off x="0" y="3171825"/>
            <a:ext cx="9144000" cy="0"/>
          </a:xfrm>
          <a:prstGeom prst="rect">
            <a:avLst/>
          </a:prstGeom>
          <a:noFill/>
          <a:ln w="9525">
            <a:noFill/>
          </a:ln>
        </p:spPr>
        <p:txBody>
          <a:bodyPr anchor="t"/>
          <a:p>
            <a:endParaRPr lang="zh-CN" altLang="en-US">
              <a:latin typeface="Arial" panose="020B0604020202020204" pitchFamily="34" charset="0"/>
              <a:ea typeface="宋体" panose="02010600030101010101" pitchFamily="2" charset="-122"/>
            </a:endParaRPr>
          </a:p>
        </p:txBody>
      </p:sp>
      <p:graphicFrame>
        <p:nvGraphicFramePr>
          <p:cNvPr id="15369" name="对象 158728"/>
          <p:cNvGraphicFramePr/>
          <p:nvPr/>
        </p:nvGraphicFramePr>
        <p:xfrm>
          <a:off x="1511300" y="3416300"/>
          <a:ext cx="5289550" cy="942975"/>
        </p:xfrm>
        <a:graphic>
          <a:graphicData uri="http://schemas.openxmlformats.org/presentationml/2006/ole">
            <mc:AlternateContent xmlns:mc="http://schemas.openxmlformats.org/markup-compatibility/2006">
              <mc:Choice xmlns:v="urn:schemas-microsoft-com:vml" Requires="v">
                <p:oleObj spid="_x0000_s3091" name="" r:id="rId5" imgW="2057400" imgH="393700" progId="Equation.3">
                  <p:embed/>
                </p:oleObj>
              </mc:Choice>
              <mc:Fallback>
                <p:oleObj name="" r:id="rId5" imgW="2057400" imgH="393700" progId="Equation.3">
                  <p:embed/>
                  <p:pic>
                    <p:nvPicPr>
                      <p:cNvPr id="0" name="图片 3090"/>
                      <p:cNvPicPr/>
                      <p:nvPr/>
                    </p:nvPicPr>
                    <p:blipFill>
                      <a:blip r:embed="rId6"/>
                      <a:stretch>
                        <a:fillRect/>
                      </a:stretch>
                    </p:blipFill>
                    <p:spPr>
                      <a:xfrm>
                        <a:off x="1511300" y="3416300"/>
                        <a:ext cx="5289550" cy="942975"/>
                      </a:xfrm>
                      <a:prstGeom prst="rect">
                        <a:avLst/>
                      </a:prstGeom>
                      <a:noFill/>
                      <a:ln w="38100">
                        <a:noFill/>
                        <a:miter/>
                      </a:ln>
                    </p:spPr>
                  </p:pic>
                </p:oleObj>
              </mc:Fallback>
            </mc:AlternateContent>
          </a:graphicData>
        </a:graphic>
      </p:graphicFrame>
      <p:sp>
        <p:nvSpPr>
          <p:cNvPr id="15370" name="标题 52275"/>
          <p:cNvSpPr>
            <a:spLocks noGrp="1"/>
          </p:cNvSpPr>
          <p:nvPr/>
        </p:nvSpPr>
        <p:spPr>
          <a:xfrm>
            <a:off x="254000" y="96838"/>
            <a:ext cx="6718300" cy="755650"/>
          </a:xfrm>
          <a:prstGeom prst="rect">
            <a:avLst/>
          </a:prstGeom>
          <a:noFill/>
          <a:ln w="9525">
            <a:noFill/>
          </a:ln>
        </p:spPr>
        <p:txBody>
          <a:bodyPr anchor="b"/>
          <a:p>
            <a:pPr eaLnBrk="0" hangingPunct="0">
              <a:buClr>
                <a:schemeClr val="bg1"/>
              </a:buClr>
            </a:pPr>
            <a:r>
              <a:rPr lang="zh-CN" altLang="en-US" sz="3200" b="1" dirty="0">
                <a:latin typeface="Times New Roman" panose="02020603050405020304" pitchFamily="18" charset="0"/>
                <a:ea typeface="宋体" panose="02010600030101010101" pitchFamily="2" charset="-122"/>
              </a:rPr>
              <a:t>一、 实 验 原 理</a:t>
            </a:r>
            <a:r>
              <a:rPr lang="zh-CN" altLang="en-US" sz="3200" b="1" dirty="0">
                <a:latin typeface="Times New Roman" panose="02020603050405020304" pitchFamily="18" charset="0"/>
                <a:ea typeface="宋体" panose="02010600030101010101" pitchFamily="2" charset="-122"/>
                <a:sym typeface="宋体" panose="02010600030101010101" pitchFamily="2" charset="-122"/>
              </a:rPr>
              <a:t>（驻波法）</a:t>
            </a:r>
            <a:endParaRPr lang="zh-CN" altLang="en-US" sz="3200" b="1" dirty="0">
              <a:latin typeface="Times New Roman" panose="02020603050405020304" pitchFamily="18" charset="0"/>
              <a:ea typeface="宋体" panose="02010600030101010101" pitchFamily="2" charset="-122"/>
            </a:endParaRPr>
          </a:p>
        </p:txBody>
      </p:sp>
      <p:sp>
        <p:nvSpPr>
          <p:cNvPr id="15371" name="流程图: 可选过程 55302"/>
          <p:cNvSpPr/>
          <p:nvPr/>
        </p:nvSpPr>
        <p:spPr>
          <a:xfrm>
            <a:off x="609600" y="873125"/>
            <a:ext cx="4114800" cy="115888"/>
          </a:xfrm>
          <a:prstGeom prst="flowChartAlternateProcess">
            <a:avLst/>
          </a:prstGeom>
          <a:gradFill rotWithShape="0">
            <a:gsLst>
              <a:gs pos="0">
                <a:srgbClr val="005CBF">
                  <a:alpha val="100000"/>
                </a:srgbClr>
              </a:gs>
              <a:gs pos="25000">
                <a:srgbClr val="0087E6">
                  <a:alpha val="100000"/>
                </a:srgbClr>
              </a:gs>
              <a:gs pos="75000">
                <a:srgbClr val="21D6E0">
                  <a:alpha val="100000"/>
                </a:srgbClr>
              </a:gs>
              <a:gs pos="100000">
                <a:srgbClr val="03D4A8">
                  <a:alpha val="100000"/>
                </a:srgbClr>
              </a:gs>
            </a:gsLst>
            <a:lin ang="0" scaled="1"/>
            <a:tileRect/>
          </a:gradFill>
          <a:ln w="9525">
            <a:noFill/>
          </a:ln>
        </p:spPr>
        <p:txBody>
          <a:bodyPr anchor="t"/>
          <a:p>
            <a:endParaRPr lang="zh-CN" altLang="en-US">
              <a:latin typeface="Arial" panose="020B0604020202020204" pitchFamily="34" charset="0"/>
              <a:ea typeface="宋体" panose="02010600030101010101" pitchFamily="2" charset="-122"/>
            </a:endParaRPr>
          </a:p>
        </p:txBody>
      </p:sp>
      <p:graphicFrame>
        <p:nvGraphicFramePr>
          <p:cNvPr id="15372" name="对象 -2147482518"/>
          <p:cNvGraphicFramePr>
            <a:graphicFrameLocks noChangeAspect="1"/>
          </p:cNvGraphicFramePr>
          <p:nvPr/>
        </p:nvGraphicFramePr>
        <p:xfrm>
          <a:off x="176213" y="4287838"/>
          <a:ext cx="2514600" cy="714375"/>
        </p:xfrm>
        <a:graphic>
          <a:graphicData uri="http://schemas.openxmlformats.org/presentationml/2006/ole">
            <mc:AlternateContent xmlns:mc="http://schemas.openxmlformats.org/markup-compatibility/2006">
              <mc:Choice xmlns:v="urn:schemas-microsoft-com:vml" Requires="v">
                <p:oleObj spid="_x0000_s3088" name="" r:id="rId7" imgW="1384300" imgH="393700" progId="Equation.3">
                  <p:embed/>
                </p:oleObj>
              </mc:Choice>
              <mc:Fallback>
                <p:oleObj name="" r:id="rId7" imgW="1384300" imgH="393700" progId="Equation.3">
                  <p:embed/>
                  <p:pic>
                    <p:nvPicPr>
                      <p:cNvPr id="0" name="图片 3087"/>
                      <p:cNvPicPr/>
                      <p:nvPr/>
                    </p:nvPicPr>
                    <p:blipFill>
                      <a:blip r:embed="rId8"/>
                      <a:stretch>
                        <a:fillRect/>
                      </a:stretch>
                    </p:blipFill>
                    <p:spPr>
                      <a:xfrm>
                        <a:off x="176213" y="4287838"/>
                        <a:ext cx="2514600" cy="714375"/>
                      </a:xfrm>
                      <a:prstGeom prst="rect">
                        <a:avLst/>
                      </a:prstGeom>
                      <a:noFill/>
                      <a:ln w="38100">
                        <a:noFill/>
                        <a:miter/>
                      </a:ln>
                    </p:spPr>
                  </p:pic>
                </p:oleObj>
              </mc:Fallback>
            </mc:AlternateContent>
          </a:graphicData>
        </a:graphic>
      </p:graphicFrame>
      <p:graphicFrame>
        <p:nvGraphicFramePr>
          <p:cNvPr id="15373" name="对象 -2147482584"/>
          <p:cNvGraphicFramePr>
            <a:graphicFrameLocks noChangeAspect="1"/>
          </p:cNvGraphicFramePr>
          <p:nvPr/>
        </p:nvGraphicFramePr>
        <p:xfrm>
          <a:off x="2930525" y="4287838"/>
          <a:ext cx="1476375" cy="728662"/>
        </p:xfrm>
        <a:graphic>
          <a:graphicData uri="http://schemas.openxmlformats.org/presentationml/2006/ole">
            <mc:AlternateContent xmlns:mc="http://schemas.openxmlformats.org/markup-compatibility/2006">
              <mc:Choice xmlns:v="urn:schemas-microsoft-com:vml" Requires="v">
                <p:oleObj spid="_x0000_s3089" name="" r:id="rId9" imgW="850265" imgH="419100" progId="Equation.3">
                  <p:embed/>
                </p:oleObj>
              </mc:Choice>
              <mc:Fallback>
                <p:oleObj name="" r:id="rId9" imgW="850265" imgH="419100" progId="Equation.3">
                  <p:embed/>
                  <p:pic>
                    <p:nvPicPr>
                      <p:cNvPr id="0" name="图片 3088"/>
                      <p:cNvPicPr/>
                      <p:nvPr/>
                    </p:nvPicPr>
                    <p:blipFill>
                      <a:blip r:embed="rId10"/>
                      <a:stretch>
                        <a:fillRect/>
                      </a:stretch>
                    </p:blipFill>
                    <p:spPr>
                      <a:xfrm>
                        <a:off x="2930525" y="4287838"/>
                        <a:ext cx="1476375" cy="728662"/>
                      </a:xfrm>
                      <a:prstGeom prst="rect">
                        <a:avLst/>
                      </a:prstGeom>
                      <a:noFill/>
                      <a:ln w="38100">
                        <a:noFill/>
                        <a:miter/>
                      </a:ln>
                    </p:spPr>
                  </p:pic>
                </p:oleObj>
              </mc:Fallback>
            </mc:AlternateContent>
          </a:graphicData>
        </a:graphic>
      </p:graphicFrame>
      <p:sp>
        <p:nvSpPr>
          <p:cNvPr id="15374" name="文本框 2"/>
          <p:cNvSpPr txBox="1"/>
          <p:nvPr/>
        </p:nvSpPr>
        <p:spPr>
          <a:xfrm>
            <a:off x="4573905" y="4408805"/>
            <a:ext cx="4176395" cy="491490"/>
          </a:xfrm>
          <a:prstGeom prst="rect">
            <a:avLst/>
          </a:prstGeom>
          <a:noFill/>
          <a:ln w="9525">
            <a:noFill/>
          </a:ln>
        </p:spPr>
        <p:txBody>
          <a:bodyPr wrap="square" anchor="t">
            <a:spAutoFit/>
          </a:bodyPr>
          <a:p>
            <a:pPr>
              <a:lnSpc>
                <a:spcPct val="130000"/>
              </a:lnSpc>
            </a:pPr>
            <a:r>
              <a:rPr lang="zh-CN" altLang="en-US" sz="2000" dirty="0">
                <a:latin typeface="Arial" panose="020B0604020202020204" pitchFamily="34" charset="0"/>
                <a:ea typeface="微软雅黑" panose="020B0503020204020204" charset="-122"/>
              </a:rPr>
              <a:t>振幅始终为最小</a:t>
            </a:r>
            <a:r>
              <a:rPr lang="zh-CN" altLang="en-US" sz="2000" dirty="0">
                <a:latin typeface="Arial" panose="020B0604020202020204" pitchFamily="34" charset="0"/>
                <a:ea typeface="宋体" panose="02010600030101010101" pitchFamily="2" charset="-122"/>
              </a:rPr>
              <a:t>，相邻两点间距</a:t>
            </a:r>
            <a:endParaRPr lang="en-US" altLang="zh-CN" sz="2000" dirty="0">
              <a:latin typeface="Arial" panose="020B0604020202020204" pitchFamily="34" charset="0"/>
              <a:ea typeface="宋体" panose="02010600030101010101" pitchFamily="2" charset="-122"/>
            </a:endParaRPr>
          </a:p>
        </p:txBody>
      </p:sp>
      <p:graphicFrame>
        <p:nvGraphicFramePr>
          <p:cNvPr id="15375" name="对象 -2147482517"/>
          <p:cNvGraphicFramePr>
            <a:graphicFrameLocks noChangeAspect="1"/>
          </p:cNvGraphicFramePr>
          <p:nvPr/>
        </p:nvGraphicFramePr>
        <p:xfrm>
          <a:off x="8317230" y="4261168"/>
          <a:ext cx="309563" cy="741362"/>
        </p:xfrm>
        <a:graphic>
          <a:graphicData uri="http://schemas.openxmlformats.org/presentationml/2006/ole">
            <mc:AlternateContent xmlns:mc="http://schemas.openxmlformats.org/markup-compatibility/2006">
              <mc:Choice xmlns:v="urn:schemas-microsoft-com:vml" Requires="v">
                <p:oleObj spid="_x0000_s3086" name="" r:id="rId11" imgW="165100" imgH="393065" progId="Equation.3">
                  <p:embed/>
                </p:oleObj>
              </mc:Choice>
              <mc:Fallback>
                <p:oleObj name="" r:id="rId11" imgW="165100" imgH="393065" progId="Equation.3">
                  <p:embed/>
                  <p:pic>
                    <p:nvPicPr>
                      <p:cNvPr id="0" name="图片 3085"/>
                      <p:cNvPicPr/>
                      <p:nvPr/>
                    </p:nvPicPr>
                    <p:blipFill>
                      <a:blip r:embed="rId12"/>
                      <a:stretch>
                        <a:fillRect/>
                      </a:stretch>
                    </p:blipFill>
                    <p:spPr>
                      <a:xfrm>
                        <a:off x="8317230" y="4261168"/>
                        <a:ext cx="309563" cy="741362"/>
                      </a:xfrm>
                      <a:prstGeom prst="rect">
                        <a:avLst/>
                      </a:prstGeom>
                      <a:noFill/>
                      <a:ln w="38100">
                        <a:noFill/>
                        <a:miter/>
                      </a:ln>
                    </p:spPr>
                  </p:pic>
                </p:oleObj>
              </mc:Fallback>
            </mc:AlternateContent>
          </a:graphicData>
        </a:graphic>
      </p:graphicFrame>
      <p:graphicFrame>
        <p:nvGraphicFramePr>
          <p:cNvPr id="15376" name="对象 -2147482518"/>
          <p:cNvGraphicFramePr>
            <a:graphicFrameLocks noChangeAspect="1"/>
          </p:cNvGraphicFramePr>
          <p:nvPr/>
        </p:nvGraphicFramePr>
        <p:xfrm>
          <a:off x="460216" y="5046663"/>
          <a:ext cx="1868805" cy="714375"/>
        </p:xfrm>
        <a:graphic>
          <a:graphicData uri="http://schemas.openxmlformats.org/presentationml/2006/ole">
            <mc:AlternateContent xmlns:mc="http://schemas.openxmlformats.org/markup-compatibility/2006">
              <mc:Choice xmlns:v="urn:schemas-microsoft-com:vml" Requires="v">
                <p:oleObj spid="_x0000_s3087" name="" r:id="rId13" imgW="1028700" imgH="393700" progId="Equation.3">
                  <p:embed/>
                </p:oleObj>
              </mc:Choice>
              <mc:Fallback>
                <p:oleObj name="" r:id="rId13" imgW="1028700" imgH="393700" progId="Equation.3">
                  <p:embed/>
                  <p:pic>
                    <p:nvPicPr>
                      <p:cNvPr id="0" name="图片 3086"/>
                      <p:cNvPicPr/>
                      <p:nvPr/>
                    </p:nvPicPr>
                    <p:blipFill>
                      <a:blip r:embed="rId14"/>
                      <a:stretch>
                        <a:fillRect/>
                      </a:stretch>
                    </p:blipFill>
                    <p:spPr>
                      <a:xfrm>
                        <a:off x="460216" y="5046663"/>
                        <a:ext cx="1868805" cy="714375"/>
                      </a:xfrm>
                      <a:prstGeom prst="rect">
                        <a:avLst/>
                      </a:prstGeom>
                      <a:noFill/>
                      <a:ln w="38100">
                        <a:noFill/>
                        <a:miter/>
                      </a:ln>
                    </p:spPr>
                  </p:pic>
                </p:oleObj>
              </mc:Fallback>
            </mc:AlternateContent>
          </a:graphicData>
        </a:graphic>
      </p:graphicFrame>
      <p:graphicFrame>
        <p:nvGraphicFramePr>
          <p:cNvPr id="15377" name="对象 -2147482584"/>
          <p:cNvGraphicFramePr>
            <a:graphicFrameLocks noChangeAspect="1"/>
          </p:cNvGraphicFramePr>
          <p:nvPr/>
        </p:nvGraphicFramePr>
        <p:xfrm>
          <a:off x="2949893" y="5035550"/>
          <a:ext cx="1412875" cy="750888"/>
        </p:xfrm>
        <a:graphic>
          <a:graphicData uri="http://schemas.openxmlformats.org/presentationml/2006/ole">
            <mc:AlternateContent xmlns:mc="http://schemas.openxmlformats.org/markup-compatibility/2006">
              <mc:Choice xmlns:v="urn:schemas-microsoft-com:vml" Requires="v">
                <p:oleObj spid="_x0000_s3084" name="" r:id="rId15" imgW="812800" imgH="431800" progId="Equation.3">
                  <p:embed/>
                </p:oleObj>
              </mc:Choice>
              <mc:Fallback>
                <p:oleObj name="" r:id="rId15" imgW="812800" imgH="431800" progId="Equation.3">
                  <p:embed/>
                  <p:pic>
                    <p:nvPicPr>
                      <p:cNvPr id="0" name="图片 3083"/>
                      <p:cNvPicPr/>
                      <p:nvPr/>
                    </p:nvPicPr>
                    <p:blipFill>
                      <a:blip r:embed="rId16"/>
                      <a:stretch>
                        <a:fillRect/>
                      </a:stretch>
                    </p:blipFill>
                    <p:spPr>
                      <a:xfrm>
                        <a:off x="2949893" y="5035550"/>
                        <a:ext cx="1412875" cy="750888"/>
                      </a:xfrm>
                      <a:prstGeom prst="rect">
                        <a:avLst/>
                      </a:prstGeom>
                      <a:noFill/>
                      <a:ln w="38100">
                        <a:noFill/>
                        <a:miter/>
                      </a:ln>
                    </p:spPr>
                  </p:pic>
                </p:oleObj>
              </mc:Fallback>
            </mc:AlternateContent>
          </a:graphicData>
        </a:graphic>
      </p:graphicFrame>
      <p:sp>
        <p:nvSpPr>
          <p:cNvPr id="15378" name="文本框 8"/>
          <p:cNvSpPr txBox="1"/>
          <p:nvPr/>
        </p:nvSpPr>
        <p:spPr>
          <a:xfrm>
            <a:off x="4573905" y="5046980"/>
            <a:ext cx="3825875" cy="491490"/>
          </a:xfrm>
          <a:prstGeom prst="rect">
            <a:avLst/>
          </a:prstGeom>
          <a:noFill/>
          <a:ln w="9525">
            <a:noFill/>
          </a:ln>
        </p:spPr>
        <p:txBody>
          <a:bodyPr wrap="square" anchor="t">
            <a:spAutoFit/>
          </a:bodyPr>
          <a:p>
            <a:pPr>
              <a:lnSpc>
                <a:spcPct val="130000"/>
              </a:lnSpc>
            </a:pPr>
            <a:r>
              <a:rPr lang="zh-CN" altLang="en-US" sz="2000" dirty="0">
                <a:latin typeface="Arial" panose="020B0604020202020204" pitchFamily="34" charset="0"/>
                <a:ea typeface="微软雅黑" panose="020B0503020204020204" charset="-122"/>
              </a:rPr>
              <a:t>振幅始终为最大</a:t>
            </a:r>
            <a:r>
              <a:rPr lang="zh-CN" altLang="en-US" sz="2000" dirty="0">
                <a:latin typeface="Arial" panose="020B0604020202020204" pitchFamily="34" charset="0"/>
                <a:ea typeface="宋体" panose="02010600030101010101" pitchFamily="2" charset="-122"/>
              </a:rPr>
              <a:t>，相邻两点间距</a:t>
            </a:r>
            <a:endParaRPr lang="en-US" altLang="zh-CN" sz="2000" dirty="0">
              <a:latin typeface="Arial" panose="020B0604020202020204" pitchFamily="34" charset="0"/>
              <a:ea typeface="宋体" panose="02010600030101010101" pitchFamily="2" charset="-122"/>
            </a:endParaRPr>
          </a:p>
        </p:txBody>
      </p:sp>
      <p:graphicFrame>
        <p:nvGraphicFramePr>
          <p:cNvPr id="15379" name="对象 -2147482517"/>
          <p:cNvGraphicFramePr>
            <a:graphicFrameLocks noChangeAspect="1"/>
          </p:cNvGraphicFramePr>
          <p:nvPr/>
        </p:nvGraphicFramePr>
        <p:xfrm>
          <a:off x="8317230" y="5016183"/>
          <a:ext cx="309563" cy="739775"/>
        </p:xfrm>
        <a:graphic>
          <a:graphicData uri="http://schemas.openxmlformats.org/presentationml/2006/ole">
            <mc:AlternateContent xmlns:mc="http://schemas.openxmlformats.org/markup-compatibility/2006">
              <mc:Choice xmlns:v="urn:schemas-microsoft-com:vml" Requires="v">
                <p:oleObj spid="_x0000_s3085" name="" r:id="rId17" imgW="165100" imgH="393065" progId="Equation.3">
                  <p:embed/>
                </p:oleObj>
              </mc:Choice>
              <mc:Fallback>
                <p:oleObj name="" r:id="rId17" imgW="165100" imgH="393065" progId="Equation.3">
                  <p:embed/>
                  <p:pic>
                    <p:nvPicPr>
                      <p:cNvPr id="0" name="图片 3084"/>
                      <p:cNvPicPr/>
                      <p:nvPr/>
                    </p:nvPicPr>
                    <p:blipFill>
                      <a:blip r:embed="rId12"/>
                      <a:stretch>
                        <a:fillRect/>
                      </a:stretch>
                    </p:blipFill>
                    <p:spPr>
                      <a:xfrm>
                        <a:off x="8317230" y="5016183"/>
                        <a:ext cx="309563" cy="739775"/>
                      </a:xfrm>
                      <a:prstGeom prst="rect">
                        <a:avLst/>
                      </a:prstGeom>
                      <a:noFill/>
                      <a:ln w="38100">
                        <a:noFill/>
                        <a:miter/>
                      </a:ln>
                    </p:spPr>
                  </p:pic>
                </p:oleObj>
              </mc:Fallback>
            </mc:AlternateContent>
          </a:graphicData>
        </a:graphic>
      </p:graphicFrame>
    </p:spTree>
    <p:custDataLst>
      <p:tags r:id="rId18"/>
    </p:custData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6385" name="组合 3"/>
          <p:cNvGrpSpPr/>
          <p:nvPr/>
        </p:nvGrpSpPr>
        <p:grpSpPr>
          <a:xfrm>
            <a:off x="2603500" y="2119313"/>
            <a:ext cx="4862513" cy="941387"/>
            <a:chOff x="4100" y="3338"/>
            <a:chExt cx="7658" cy="1482"/>
          </a:xfrm>
        </p:grpSpPr>
        <p:grpSp>
          <p:nvGrpSpPr>
            <p:cNvPr id="16386" name="Group 6"/>
            <p:cNvGrpSpPr/>
            <p:nvPr/>
          </p:nvGrpSpPr>
          <p:grpSpPr>
            <a:xfrm>
              <a:off x="4160" y="3417"/>
              <a:ext cx="7397" cy="1202"/>
              <a:chOff x="1460" y="2612"/>
              <a:chExt cx="2959" cy="481"/>
            </a:xfrm>
          </p:grpSpPr>
          <p:sp>
            <p:nvSpPr>
              <p:cNvPr id="16387" name="Rectangle 7"/>
              <p:cNvSpPr/>
              <p:nvPr/>
            </p:nvSpPr>
            <p:spPr>
              <a:xfrm>
                <a:off x="1673" y="2612"/>
                <a:ext cx="2501" cy="481"/>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6388" name="Group 8"/>
              <p:cNvGrpSpPr/>
              <p:nvPr/>
            </p:nvGrpSpPr>
            <p:grpSpPr>
              <a:xfrm>
                <a:off x="1681" y="2648"/>
                <a:ext cx="841" cy="208"/>
                <a:chOff x="2107" y="3500"/>
                <a:chExt cx="841" cy="208"/>
              </a:xfrm>
            </p:grpSpPr>
            <p:sp>
              <p:nvSpPr>
                <p:cNvPr id="16389" name="Freeform 9"/>
                <p:cNvSpPr/>
                <p:nvPr/>
              </p:nvSpPr>
              <p:spPr>
                <a:xfrm flipV="1">
                  <a:off x="2116" y="350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DDDDDD"/>
                    </a:gs>
                    <a:gs pos="100000">
                      <a:srgbClr val="5F5F5F"/>
                    </a:gs>
                  </a:gsLst>
                  <a:lin ang="5400000" scaled="1"/>
                  <a:tileRect/>
                </a:gradFill>
                <a:ln w="9525">
                  <a:noFill/>
                </a:ln>
              </p:spPr>
              <p:txBody>
                <a:bodyPr/>
                <a:p>
                  <a:endParaRPr lang="zh-CN" altLang="en-US"/>
                </a:p>
              </p:txBody>
            </p:sp>
            <p:sp>
              <p:nvSpPr>
                <p:cNvPr id="16390" name="Freeform 10"/>
                <p:cNvSpPr/>
                <p:nvPr/>
              </p:nvSpPr>
              <p:spPr>
                <a:xfrm flipV="1">
                  <a:off x="2107" y="3573"/>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DDDDDD"/>
                    </a:gs>
                    <a:gs pos="100000">
                      <a:srgbClr val="777777"/>
                    </a:gs>
                  </a:gsLst>
                  <a:lin ang="5400000" scaled="1"/>
                  <a:tileRect/>
                </a:gradFill>
                <a:ln w="9525">
                  <a:noFill/>
                </a:ln>
              </p:spPr>
              <p:txBody>
                <a:bodyPr/>
                <a:p>
                  <a:endParaRPr lang="zh-CN" altLang="en-US"/>
                </a:p>
              </p:txBody>
            </p:sp>
            <p:sp>
              <p:nvSpPr>
                <p:cNvPr id="16391" name="Freeform 11"/>
                <p:cNvSpPr/>
                <p:nvPr/>
              </p:nvSpPr>
              <p:spPr>
                <a:xfrm flipV="1">
                  <a:off x="2120" y="3638"/>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EAEAEA"/>
                    </a:gs>
                    <a:gs pos="100000">
                      <a:srgbClr val="969696"/>
                    </a:gs>
                  </a:gsLst>
                  <a:lin ang="5400000" scaled="1"/>
                  <a:tileRect/>
                </a:gradFill>
                <a:ln w="9525">
                  <a:noFill/>
                </a:ln>
              </p:spPr>
              <p:txBody>
                <a:bodyPr/>
                <a:p>
                  <a:endParaRPr lang="zh-CN" altLang="en-US"/>
                </a:p>
              </p:txBody>
            </p:sp>
          </p:grpSp>
          <p:grpSp>
            <p:nvGrpSpPr>
              <p:cNvPr id="16392" name="Group 12"/>
              <p:cNvGrpSpPr/>
              <p:nvPr/>
            </p:nvGrpSpPr>
            <p:grpSpPr>
              <a:xfrm>
                <a:off x="2501" y="2835"/>
                <a:ext cx="841" cy="208"/>
                <a:chOff x="2501" y="2835"/>
                <a:chExt cx="841" cy="208"/>
              </a:xfrm>
            </p:grpSpPr>
            <p:sp>
              <p:nvSpPr>
                <p:cNvPr id="16393" name="Freeform 13"/>
                <p:cNvSpPr/>
                <p:nvPr/>
              </p:nvSpPr>
              <p:spPr>
                <a:xfrm>
                  <a:off x="2510" y="284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5F5F5F"/>
                    </a:gs>
                    <a:gs pos="100000">
                      <a:srgbClr val="DDDDDD"/>
                    </a:gs>
                  </a:gsLst>
                  <a:lin ang="5400000" scaled="1"/>
                  <a:tileRect/>
                </a:gradFill>
                <a:ln w="9525">
                  <a:noFill/>
                </a:ln>
              </p:spPr>
              <p:txBody>
                <a:bodyPr/>
                <a:p>
                  <a:endParaRPr lang="zh-CN" altLang="en-US"/>
                </a:p>
              </p:txBody>
            </p:sp>
            <p:sp>
              <p:nvSpPr>
                <p:cNvPr id="16394" name="Freeform 14"/>
                <p:cNvSpPr/>
                <p:nvPr/>
              </p:nvSpPr>
              <p:spPr>
                <a:xfrm>
                  <a:off x="2501" y="2835"/>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777777"/>
                    </a:gs>
                    <a:gs pos="100000">
                      <a:srgbClr val="DDDDDD"/>
                    </a:gs>
                  </a:gsLst>
                  <a:lin ang="5400000" scaled="1"/>
                  <a:tileRect/>
                </a:gradFill>
                <a:ln w="9525">
                  <a:noFill/>
                </a:ln>
              </p:spPr>
              <p:txBody>
                <a:bodyPr/>
                <a:p>
                  <a:endParaRPr lang="zh-CN" altLang="en-US"/>
                </a:p>
              </p:txBody>
            </p:sp>
            <p:sp>
              <p:nvSpPr>
                <p:cNvPr id="16395" name="Freeform 15"/>
                <p:cNvSpPr/>
                <p:nvPr/>
              </p:nvSpPr>
              <p:spPr>
                <a:xfrm>
                  <a:off x="2514" y="2842"/>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969696"/>
                    </a:gs>
                    <a:gs pos="100000">
                      <a:srgbClr val="EAEAEA"/>
                    </a:gs>
                  </a:gsLst>
                  <a:lin ang="5400000" scaled="1"/>
                  <a:tileRect/>
                </a:gradFill>
                <a:ln w="9525">
                  <a:noFill/>
                </a:ln>
              </p:spPr>
              <p:txBody>
                <a:bodyPr/>
                <a:p>
                  <a:endParaRPr lang="zh-CN" altLang="en-US"/>
                </a:p>
              </p:txBody>
            </p:sp>
          </p:grpSp>
          <p:grpSp>
            <p:nvGrpSpPr>
              <p:cNvPr id="16396" name="Group 16"/>
              <p:cNvGrpSpPr/>
              <p:nvPr/>
            </p:nvGrpSpPr>
            <p:grpSpPr>
              <a:xfrm>
                <a:off x="3355" y="2642"/>
                <a:ext cx="841" cy="208"/>
                <a:chOff x="2107" y="3500"/>
                <a:chExt cx="841" cy="208"/>
              </a:xfrm>
            </p:grpSpPr>
            <p:sp>
              <p:nvSpPr>
                <p:cNvPr id="16397" name="Freeform 17"/>
                <p:cNvSpPr/>
                <p:nvPr/>
              </p:nvSpPr>
              <p:spPr>
                <a:xfrm flipV="1">
                  <a:off x="2116" y="350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DDDDDD"/>
                    </a:gs>
                    <a:gs pos="100000">
                      <a:srgbClr val="5F5F5F"/>
                    </a:gs>
                  </a:gsLst>
                  <a:lin ang="5400000" scaled="1"/>
                  <a:tileRect/>
                </a:gradFill>
                <a:ln w="9525">
                  <a:noFill/>
                </a:ln>
              </p:spPr>
              <p:txBody>
                <a:bodyPr/>
                <a:p>
                  <a:endParaRPr lang="zh-CN" altLang="en-US"/>
                </a:p>
              </p:txBody>
            </p:sp>
            <p:sp>
              <p:nvSpPr>
                <p:cNvPr id="16398" name="Freeform 18"/>
                <p:cNvSpPr/>
                <p:nvPr/>
              </p:nvSpPr>
              <p:spPr>
                <a:xfrm flipV="1">
                  <a:off x="2107" y="3573"/>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DDDDDD"/>
                    </a:gs>
                    <a:gs pos="100000">
                      <a:srgbClr val="777777"/>
                    </a:gs>
                  </a:gsLst>
                  <a:lin ang="5400000" scaled="1"/>
                  <a:tileRect/>
                </a:gradFill>
                <a:ln w="9525">
                  <a:noFill/>
                </a:ln>
              </p:spPr>
              <p:txBody>
                <a:bodyPr/>
                <a:p>
                  <a:endParaRPr lang="zh-CN" altLang="en-US"/>
                </a:p>
              </p:txBody>
            </p:sp>
            <p:sp>
              <p:nvSpPr>
                <p:cNvPr id="16399" name="Freeform 19"/>
                <p:cNvSpPr/>
                <p:nvPr/>
              </p:nvSpPr>
              <p:spPr>
                <a:xfrm flipV="1">
                  <a:off x="2120" y="3638"/>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EAEAEA"/>
                    </a:gs>
                    <a:gs pos="100000">
                      <a:srgbClr val="969696"/>
                    </a:gs>
                  </a:gsLst>
                  <a:lin ang="5400000" scaled="1"/>
                  <a:tileRect/>
                </a:gradFill>
                <a:ln w="9525">
                  <a:noFill/>
                </a:ln>
              </p:spPr>
              <p:txBody>
                <a:bodyPr/>
                <a:p>
                  <a:endParaRPr lang="zh-CN" altLang="en-US"/>
                </a:p>
              </p:txBody>
            </p:sp>
          </p:grpSp>
          <p:sp>
            <p:nvSpPr>
              <p:cNvPr id="16400" name="Line 20"/>
              <p:cNvSpPr/>
              <p:nvPr/>
            </p:nvSpPr>
            <p:spPr>
              <a:xfrm flipV="1">
                <a:off x="1460" y="2841"/>
                <a:ext cx="2959" cy="0"/>
              </a:xfrm>
              <a:prstGeom prst="line">
                <a:avLst/>
              </a:prstGeom>
              <a:ln w="9525" cap="flat" cmpd="sng">
                <a:solidFill>
                  <a:schemeClr val="tx1"/>
                </a:solidFill>
                <a:prstDash val="solid"/>
                <a:round/>
                <a:headEnd type="none" w="med" len="med"/>
                <a:tailEnd type="none" w="med" len="med"/>
              </a:ln>
            </p:spPr>
          </p:sp>
        </p:grpSp>
        <p:sp>
          <p:nvSpPr>
            <p:cNvPr id="16401" name="Rectangle 21"/>
            <p:cNvSpPr/>
            <p:nvPr/>
          </p:nvSpPr>
          <p:spPr>
            <a:xfrm>
              <a:off x="4712" y="3340"/>
              <a:ext cx="6232" cy="1322"/>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6402" name="Group 22"/>
            <p:cNvGrpSpPr/>
            <p:nvPr/>
          </p:nvGrpSpPr>
          <p:grpSpPr>
            <a:xfrm>
              <a:off x="4100" y="3340"/>
              <a:ext cx="7515" cy="1282"/>
              <a:chOff x="1444" y="3093"/>
              <a:chExt cx="3006" cy="513"/>
            </a:xfrm>
          </p:grpSpPr>
          <p:sp>
            <p:nvSpPr>
              <p:cNvPr id="16403" name="Rectangle 23"/>
              <p:cNvSpPr/>
              <p:nvPr/>
            </p:nvSpPr>
            <p:spPr>
              <a:xfrm>
                <a:off x="1681" y="3093"/>
                <a:ext cx="2493" cy="513"/>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6404" name="Group 24"/>
              <p:cNvGrpSpPr/>
              <p:nvPr/>
            </p:nvGrpSpPr>
            <p:grpSpPr>
              <a:xfrm>
                <a:off x="1689" y="3340"/>
                <a:ext cx="841" cy="208"/>
                <a:chOff x="2501" y="2835"/>
                <a:chExt cx="841" cy="208"/>
              </a:xfrm>
            </p:grpSpPr>
            <p:sp>
              <p:nvSpPr>
                <p:cNvPr id="16405" name="Freeform 25"/>
                <p:cNvSpPr/>
                <p:nvPr/>
              </p:nvSpPr>
              <p:spPr>
                <a:xfrm>
                  <a:off x="2510" y="284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5F5F5F"/>
                    </a:gs>
                    <a:gs pos="100000">
                      <a:srgbClr val="DDDDDD"/>
                    </a:gs>
                  </a:gsLst>
                  <a:lin ang="5400000" scaled="1"/>
                  <a:tileRect/>
                </a:gradFill>
                <a:ln w="9525">
                  <a:noFill/>
                </a:ln>
              </p:spPr>
              <p:txBody>
                <a:bodyPr/>
                <a:p>
                  <a:endParaRPr lang="zh-CN" altLang="en-US"/>
                </a:p>
              </p:txBody>
            </p:sp>
            <p:sp>
              <p:nvSpPr>
                <p:cNvPr id="16406" name="Freeform 26"/>
                <p:cNvSpPr/>
                <p:nvPr/>
              </p:nvSpPr>
              <p:spPr>
                <a:xfrm>
                  <a:off x="2501" y="2835"/>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777777"/>
                    </a:gs>
                    <a:gs pos="100000">
                      <a:srgbClr val="DDDDDD"/>
                    </a:gs>
                  </a:gsLst>
                  <a:lin ang="5400000" scaled="1"/>
                  <a:tileRect/>
                </a:gradFill>
                <a:ln w="9525">
                  <a:noFill/>
                </a:ln>
              </p:spPr>
              <p:txBody>
                <a:bodyPr/>
                <a:p>
                  <a:endParaRPr lang="zh-CN" altLang="en-US"/>
                </a:p>
              </p:txBody>
            </p:sp>
            <p:sp>
              <p:nvSpPr>
                <p:cNvPr id="16407" name="Freeform 27"/>
                <p:cNvSpPr/>
                <p:nvPr/>
              </p:nvSpPr>
              <p:spPr>
                <a:xfrm>
                  <a:off x="2514" y="2842"/>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969696"/>
                    </a:gs>
                    <a:gs pos="100000">
                      <a:srgbClr val="EAEAEA"/>
                    </a:gs>
                  </a:gsLst>
                  <a:lin ang="5400000" scaled="1"/>
                  <a:tileRect/>
                </a:gradFill>
                <a:ln w="9525">
                  <a:noFill/>
                </a:ln>
              </p:spPr>
              <p:txBody>
                <a:bodyPr/>
                <a:p>
                  <a:endParaRPr lang="zh-CN" altLang="en-US"/>
                </a:p>
              </p:txBody>
            </p:sp>
          </p:grpSp>
          <p:grpSp>
            <p:nvGrpSpPr>
              <p:cNvPr id="16408" name="Group 28"/>
              <p:cNvGrpSpPr/>
              <p:nvPr/>
            </p:nvGrpSpPr>
            <p:grpSpPr>
              <a:xfrm>
                <a:off x="2526" y="3146"/>
                <a:ext cx="841" cy="208"/>
                <a:chOff x="2107" y="3500"/>
                <a:chExt cx="841" cy="208"/>
              </a:xfrm>
            </p:grpSpPr>
            <p:sp>
              <p:nvSpPr>
                <p:cNvPr id="16409" name="Freeform 29"/>
                <p:cNvSpPr/>
                <p:nvPr/>
              </p:nvSpPr>
              <p:spPr>
                <a:xfrm flipV="1">
                  <a:off x="2116" y="350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DDDDDD"/>
                    </a:gs>
                    <a:gs pos="100000">
                      <a:srgbClr val="5F5F5F"/>
                    </a:gs>
                  </a:gsLst>
                  <a:lin ang="5400000" scaled="1"/>
                  <a:tileRect/>
                </a:gradFill>
                <a:ln w="9525">
                  <a:noFill/>
                </a:ln>
              </p:spPr>
              <p:txBody>
                <a:bodyPr/>
                <a:p>
                  <a:endParaRPr lang="zh-CN" altLang="en-US"/>
                </a:p>
              </p:txBody>
            </p:sp>
            <p:sp>
              <p:nvSpPr>
                <p:cNvPr id="16410" name="Freeform 30"/>
                <p:cNvSpPr/>
                <p:nvPr/>
              </p:nvSpPr>
              <p:spPr>
                <a:xfrm flipV="1">
                  <a:off x="2107" y="3573"/>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DDDDDD"/>
                    </a:gs>
                    <a:gs pos="100000">
                      <a:srgbClr val="777777"/>
                    </a:gs>
                  </a:gsLst>
                  <a:lin ang="5400000" scaled="1"/>
                  <a:tileRect/>
                </a:gradFill>
                <a:ln w="9525">
                  <a:noFill/>
                </a:ln>
              </p:spPr>
              <p:txBody>
                <a:bodyPr/>
                <a:p>
                  <a:endParaRPr lang="zh-CN" altLang="en-US"/>
                </a:p>
              </p:txBody>
            </p:sp>
            <p:sp>
              <p:nvSpPr>
                <p:cNvPr id="16411" name="Freeform 31"/>
                <p:cNvSpPr/>
                <p:nvPr/>
              </p:nvSpPr>
              <p:spPr>
                <a:xfrm flipV="1">
                  <a:off x="2120" y="3638"/>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EAEAEA"/>
                    </a:gs>
                    <a:gs pos="100000">
                      <a:srgbClr val="969696"/>
                    </a:gs>
                  </a:gsLst>
                  <a:lin ang="5400000" scaled="1"/>
                  <a:tileRect/>
                </a:gradFill>
                <a:ln w="9525">
                  <a:noFill/>
                </a:ln>
              </p:spPr>
              <p:txBody>
                <a:bodyPr/>
                <a:p>
                  <a:endParaRPr lang="zh-CN" altLang="en-US"/>
                </a:p>
              </p:txBody>
            </p:sp>
          </p:grpSp>
          <p:grpSp>
            <p:nvGrpSpPr>
              <p:cNvPr id="16412" name="Group 32"/>
              <p:cNvGrpSpPr/>
              <p:nvPr/>
            </p:nvGrpSpPr>
            <p:grpSpPr>
              <a:xfrm>
                <a:off x="3347" y="3349"/>
                <a:ext cx="841" cy="208"/>
                <a:chOff x="2501" y="2835"/>
                <a:chExt cx="841" cy="208"/>
              </a:xfrm>
            </p:grpSpPr>
            <p:sp>
              <p:nvSpPr>
                <p:cNvPr id="16413" name="Freeform 33"/>
                <p:cNvSpPr/>
                <p:nvPr/>
              </p:nvSpPr>
              <p:spPr>
                <a:xfrm>
                  <a:off x="2510" y="284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5F5F5F"/>
                    </a:gs>
                    <a:gs pos="100000">
                      <a:srgbClr val="DDDDDD"/>
                    </a:gs>
                  </a:gsLst>
                  <a:lin ang="5400000" scaled="1"/>
                  <a:tileRect/>
                </a:gradFill>
                <a:ln w="9525">
                  <a:noFill/>
                </a:ln>
              </p:spPr>
              <p:txBody>
                <a:bodyPr/>
                <a:p>
                  <a:endParaRPr lang="zh-CN" altLang="en-US"/>
                </a:p>
              </p:txBody>
            </p:sp>
            <p:sp>
              <p:nvSpPr>
                <p:cNvPr id="16414" name="Freeform 34"/>
                <p:cNvSpPr/>
                <p:nvPr/>
              </p:nvSpPr>
              <p:spPr>
                <a:xfrm>
                  <a:off x="2501" y="2835"/>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777777"/>
                    </a:gs>
                    <a:gs pos="100000">
                      <a:srgbClr val="DDDDDD"/>
                    </a:gs>
                  </a:gsLst>
                  <a:lin ang="5400000" scaled="1"/>
                  <a:tileRect/>
                </a:gradFill>
                <a:ln w="9525">
                  <a:noFill/>
                </a:ln>
              </p:spPr>
              <p:txBody>
                <a:bodyPr/>
                <a:p>
                  <a:endParaRPr lang="zh-CN" altLang="en-US"/>
                </a:p>
              </p:txBody>
            </p:sp>
            <p:sp>
              <p:nvSpPr>
                <p:cNvPr id="16415" name="Freeform 35"/>
                <p:cNvSpPr/>
                <p:nvPr/>
              </p:nvSpPr>
              <p:spPr>
                <a:xfrm>
                  <a:off x="2514" y="2842"/>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969696"/>
                    </a:gs>
                    <a:gs pos="100000">
                      <a:srgbClr val="EAEAEA"/>
                    </a:gs>
                  </a:gsLst>
                  <a:lin ang="5400000" scaled="1"/>
                  <a:tileRect/>
                </a:gradFill>
                <a:ln w="9525">
                  <a:noFill/>
                </a:ln>
              </p:spPr>
              <p:txBody>
                <a:bodyPr/>
                <a:p>
                  <a:endParaRPr lang="zh-CN" altLang="en-US"/>
                </a:p>
              </p:txBody>
            </p:sp>
          </p:grpSp>
          <p:sp>
            <p:nvSpPr>
              <p:cNvPr id="16416" name="Line 36"/>
              <p:cNvSpPr/>
              <p:nvPr/>
            </p:nvSpPr>
            <p:spPr>
              <a:xfrm>
                <a:off x="1444" y="3353"/>
                <a:ext cx="3006" cy="0"/>
              </a:xfrm>
              <a:prstGeom prst="line">
                <a:avLst/>
              </a:prstGeom>
              <a:ln w="9525" cap="flat" cmpd="sng">
                <a:solidFill>
                  <a:schemeClr val="tx1"/>
                </a:solidFill>
                <a:prstDash val="solid"/>
                <a:round/>
                <a:headEnd type="none" w="med" len="med"/>
                <a:tailEnd type="none" w="med" len="med"/>
              </a:ln>
            </p:spPr>
          </p:sp>
        </p:grpSp>
        <p:sp>
          <p:nvSpPr>
            <p:cNvPr id="16417" name="Rectangle 37"/>
            <p:cNvSpPr/>
            <p:nvPr/>
          </p:nvSpPr>
          <p:spPr>
            <a:xfrm>
              <a:off x="4692" y="3340"/>
              <a:ext cx="6252" cy="1242"/>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6418" name="Group 38"/>
            <p:cNvGrpSpPr/>
            <p:nvPr/>
          </p:nvGrpSpPr>
          <p:grpSpPr>
            <a:xfrm>
              <a:off x="4360" y="3617"/>
              <a:ext cx="7397" cy="1202"/>
              <a:chOff x="1460" y="2612"/>
              <a:chExt cx="2959" cy="481"/>
            </a:xfrm>
          </p:grpSpPr>
          <p:sp>
            <p:nvSpPr>
              <p:cNvPr id="16419" name="Rectangle 39"/>
              <p:cNvSpPr/>
              <p:nvPr/>
            </p:nvSpPr>
            <p:spPr>
              <a:xfrm>
                <a:off x="1673" y="2612"/>
                <a:ext cx="2501" cy="481"/>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6420" name="Group 40"/>
              <p:cNvGrpSpPr/>
              <p:nvPr/>
            </p:nvGrpSpPr>
            <p:grpSpPr>
              <a:xfrm>
                <a:off x="1681" y="2648"/>
                <a:ext cx="841" cy="208"/>
                <a:chOff x="2107" y="3500"/>
                <a:chExt cx="841" cy="208"/>
              </a:xfrm>
            </p:grpSpPr>
            <p:sp>
              <p:nvSpPr>
                <p:cNvPr id="16421" name="Freeform 41"/>
                <p:cNvSpPr/>
                <p:nvPr/>
              </p:nvSpPr>
              <p:spPr>
                <a:xfrm flipV="1">
                  <a:off x="2116" y="350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DDDDDD"/>
                    </a:gs>
                    <a:gs pos="100000">
                      <a:srgbClr val="5F5F5F"/>
                    </a:gs>
                  </a:gsLst>
                  <a:lin ang="5400000" scaled="1"/>
                  <a:tileRect/>
                </a:gradFill>
                <a:ln w="9525">
                  <a:noFill/>
                </a:ln>
              </p:spPr>
              <p:txBody>
                <a:bodyPr/>
                <a:p>
                  <a:endParaRPr lang="zh-CN" altLang="en-US"/>
                </a:p>
              </p:txBody>
            </p:sp>
            <p:sp>
              <p:nvSpPr>
                <p:cNvPr id="16422" name="Freeform 42"/>
                <p:cNvSpPr/>
                <p:nvPr/>
              </p:nvSpPr>
              <p:spPr>
                <a:xfrm flipV="1">
                  <a:off x="2107" y="3573"/>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DDDDDD"/>
                    </a:gs>
                    <a:gs pos="100000">
                      <a:srgbClr val="777777"/>
                    </a:gs>
                  </a:gsLst>
                  <a:lin ang="5400000" scaled="1"/>
                  <a:tileRect/>
                </a:gradFill>
                <a:ln w="9525">
                  <a:noFill/>
                </a:ln>
              </p:spPr>
              <p:txBody>
                <a:bodyPr/>
                <a:p>
                  <a:endParaRPr lang="zh-CN" altLang="en-US"/>
                </a:p>
              </p:txBody>
            </p:sp>
            <p:sp>
              <p:nvSpPr>
                <p:cNvPr id="16423" name="Freeform 43"/>
                <p:cNvSpPr/>
                <p:nvPr/>
              </p:nvSpPr>
              <p:spPr>
                <a:xfrm flipV="1">
                  <a:off x="2120" y="3638"/>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EAEAEA"/>
                    </a:gs>
                    <a:gs pos="100000">
                      <a:srgbClr val="969696"/>
                    </a:gs>
                  </a:gsLst>
                  <a:lin ang="5400000" scaled="1"/>
                  <a:tileRect/>
                </a:gradFill>
                <a:ln w="9525">
                  <a:noFill/>
                </a:ln>
              </p:spPr>
              <p:txBody>
                <a:bodyPr/>
                <a:p>
                  <a:endParaRPr lang="zh-CN" altLang="en-US"/>
                </a:p>
              </p:txBody>
            </p:sp>
          </p:grpSp>
          <p:grpSp>
            <p:nvGrpSpPr>
              <p:cNvPr id="16424" name="Group 44"/>
              <p:cNvGrpSpPr/>
              <p:nvPr/>
            </p:nvGrpSpPr>
            <p:grpSpPr>
              <a:xfrm>
                <a:off x="2501" y="2835"/>
                <a:ext cx="841" cy="208"/>
                <a:chOff x="2501" y="2835"/>
                <a:chExt cx="841" cy="208"/>
              </a:xfrm>
            </p:grpSpPr>
            <p:sp>
              <p:nvSpPr>
                <p:cNvPr id="16425" name="Freeform 45"/>
                <p:cNvSpPr/>
                <p:nvPr/>
              </p:nvSpPr>
              <p:spPr>
                <a:xfrm>
                  <a:off x="2510" y="284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5F5F5F"/>
                    </a:gs>
                    <a:gs pos="100000">
                      <a:srgbClr val="DDDDDD"/>
                    </a:gs>
                  </a:gsLst>
                  <a:lin ang="5400000" scaled="1"/>
                  <a:tileRect/>
                </a:gradFill>
                <a:ln w="9525">
                  <a:noFill/>
                </a:ln>
              </p:spPr>
              <p:txBody>
                <a:bodyPr/>
                <a:p>
                  <a:endParaRPr lang="zh-CN" altLang="en-US"/>
                </a:p>
              </p:txBody>
            </p:sp>
            <p:sp>
              <p:nvSpPr>
                <p:cNvPr id="16426" name="Freeform 46"/>
                <p:cNvSpPr/>
                <p:nvPr/>
              </p:nvSpPr>
              <p:spPr>
                <a:xfrm>
                  <a:off x="2501" y="2835"/>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777777"/>
                    </a:gs>
                    <a:gs pos="100000">
                      <a:srgbClr val="DDDDDD"/>
                    </a:gs>
                  </a:gsLst>
                  <a:lin ang="5400000" scaled="1"/>
                  <a:tileRect/>
                </a:gradFill>
                <a:ln w="9525">
                  <a:noFill/>
                </a:ln>
              </p:spPr>
              <p:txBody>
                <a:bodyPr/>
                <a:p>
                  <a:endParaRPr lang="zh-CN" altLang="en-US"/>
                </a:p>
              </p:txBody>
            </p:sp>
            <p:sp>
              <p:nvSpPr>
                <p:cNvPr id="16427" name="Freeform 47"/>
                <p:cNvSpPr/>
                <p:nvPr/>
              </p:nvSpPr>
              <p:spPr>
                <a:xfrm>
                  <a:off x="2514" y="2842"/>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969696"/>
                    </a:gs>
                    <a:gs pos="100000">
                      <a:srgbClr val="EAEAEA"/>
                    </a:gs>
                  </a:gsLst>
                  <a:lin ang="5400000" scaled="1"/>
                  <a:tileRect/>
                </a:gradFill>
                <a:ln w="9525">
                  <a:noFill/>
                </a:ln>
              </p:spPr>
              <p:txBody>
                <a:bodyPr/>
                <a:p>
                  <a:endParaRPr lang="zh-CN" altLang="en-US"/>
                </a:p>
              </p:txBody>
            </p:sp>
          </p:grpSp>
          <p:grpSp>
            <p:nvGrpSpPr>
              <p:cNvPr id="16428" name="Group 48"/>
              <p:cNvGrpSpPr/>
              <p:nvPr/>
            </p:nvGrpSpPr>
            <p:grpSpPr>
              <a:xfrm>
                <a:off x="3355" y="2642"/>
                <a:ext cx="841" cy="208"/>
                <a:chOff x="2107" y="3500"/>
                <a:chExt cx="841" cy="208"/>
              </a:xfrm>
            </p:grpSpPr>
            <p:sp>
              <p:nvSpPr>
                <p:cNvPr id="16429" name="Freeform 49"/>
                <p:cNvSpPr/>
                <p:nvPr/>
              </p:nvSpPr>
              <p:spPr>
                <a:xfrm flipV="1">
                  <a:off x="2116" y="350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DDDDDD"/>
                    </a:gs>
                    <a:gs pos="100000">
                      <a:srgbClr val="5F5F5F"/>
                    </a:gs>
                  </a:gsLst>
                  <a:lin ang="5400000" scaled="1"/>
                  <a:tileRect/>
                </a:gradFill>
                <a:ln w="9525">
                  <a:noFill/>
                </a:ln>
              </p:spPr>
              <p:txBody>
                <a:bodyPr/>
                <a:p>
                  <a:endParaRPr lang="zh-CN" altLang="en-US"/>
                </a:p>
              </p:txBody>
            </p:sp>
            <p:sp>
              <p:nvSpPr>
                <p:cNvPr id="16430" name="Freeform 50"/>
                <p:cNvSpPr/>
                <p:nvPr/>
              </p:nvSpPr>
              <p:spPr>
                <a:xfrm flipV="1">
                  <a:off x="2107" y="3573"/>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DDDDDD"/>
                    </a:gs>
                    <a:gs pos="100000">
                      <a:srgbClr val="777777"/>
                    </a:gs>
                  </a:gsLst>
                  <a:lin ang="5400000" scaled="1"/>
                  <a:tileRect/>
                </a:gradFill>
                <a:ln w="9525">
                  <a:noFill/>
                </a:ln>
              </p:spPr>
              <p:txBody>
                <a:bodyPr/>
                <a:p>
                  <a:endParaRPr lang="zh-CN" altLang="en-US"/>
                </a:p>
              </p:txBody>
            </p:sp>
            <p:sp>
              <p:nvSpPr>
                <p:cNvPr id="16431" name="Freeform 51"/>
                <p:cNvSpPr/>
                <p:nvPr/>
              </p:nvSpPr>
              <p:spPr>
                <a:xfrm flipV="1">
                  <a:off x="2120" y="3638"/>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EAEAEA"/>
                    </a:gs>
                    <a:gs pos="100000">
                      <a:srgbClr val="969696"/>
                    </a:gs>
                  </a:gsLst>
                  <a:lin ang="5400000" scaled="1"/>
                  <a:tileRect/>
                </a:gradFill>
                <a:ln w="9525">
                  <a:noFill/>
                </a:ln>
              </p:spPr>
              <p:txBody>
                <a:bodyPr/>
                <a:p>
                  <a:endParaRPr lang="zh-CN" altLang="en-US"/>
                </a:p>
              </p:txBody>
            </p:sp>
          </p:grpSp>
          <p:sp>
            <p:nvSpPr>
              <p:cNvPr id="16432" name="Line 52"/>
              <p:cNvSpPr/>
              <p:nvPr/>
            </p:nvSpPr>
            <p:spPr>
              <a:xfrm flipV="1">
                <a:off x="1460" y="2841"/>
                <a:ext cx="2959" cy="0"/>
              </a:xfrm>
              <a:prstGeom prst="line">
                <a:avLst/>
              </a:prstGeom>
              <a:ln w="9525" cap="flat" cmpd="sng">
                <a:solidFill>
                  <a:schemeClr val="tx1"/>
                </a:solidFill>
                <a:prstDash val="solid"/>
                <a:round/>
                <a:headEnd type="none" w="med" len="med"/>
                <a:tailEnd type="none" w="med" len="med"/>
              </a:ln>
            </p:spPr>
          </p:sp>
        </p:grpSp>
        <p:sp>
          <p:nvSpPr>
            <p:cNvPr id="16433" name="Rectangle 53"/>
            <p:cNvSpPr/>
            <p:nvPr/>
          </p:nvSpPr>
          <p:spPr>
            <a:xfrm>
              <a:off x="4710" y="3340"/>
              <a:ext cx="6252" cy="1302"/>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6434" name="Group 54"/>
            <p:cNvGrpSpPr/>
            <p:nvPr/>
          </p:nvGrpSpPr>
          <p:grpSpPr>
            <a:xfrm>
              <a:off x="4102" y="3342"/>
              <a:ext cx="7515" cy="1282"/>
              <a:chOff x="1444" y="3093"/>
              <a:chExt cx="3006" cy="513"/>
            </a:xfrm>
          </p:grpSpPr>
          <p:sp>
            <p:nvSpPr>
              <p:cNvPr id="16435" name="Rectangle 55"/>
              <p:cNvSpPr/>
              <p:nvPr/>
            </p:nvSpPr>
            <p:spPr>
              <a:xfrm>
                <a:off x="1681" y="3093"/>
                <a:ext cx="2493" cy="513"/>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6436" name="Group 56"/>
              <p:cNvGrpSpPr/>
              <p:nvPr/>
            </p:nvGrpSpPr>
            <p:grpSpPr>
              <a:xfrm>
                <a:off x="1689" y="3340"/>
                <a:ext cx="841" cy="208"/>
                <a:chOff x="2501" y="2835"/>
                <a:chExt cx="841" cy="208"/>
              </a:xfrm>
            </p:grpSpPr>
            <p:sp>
              <p:nvSpPr>
                <p:cNvPr id="16437" name="Freeform 57"/>
                <p:cNvSpPr/>
                <p:nvPr/>
              </p:nvSpPr>
              <p:spPr>
                <a:xfrm>
                  <a:off x="2510" y="284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5F5F5F"/>
                    </a:gs>
                    <a:gs pos="100000">
                      <a:srgbClr val="DDDDDD"/>
                    </a:gs>
                  </a:gsLst>
                  <a:lin ang="5400000" scaled="1"/>
                  <a:tileRect/>
                </a:gradFill>
                <a:ln w="9525">
                  <a:noFill/>
                </a:ln>
              </p:spPr>
              <p:txBody>
                <a:bodyPr/>
                <a:p>
                  <a:endParaRPr lang="zh-CN" altLang="en-US"/>
                </a:p>
              </p:txBody>
            </p:sp>
            <p:sp>
              <p:nvSpPr>
                <p:cNvPr id="16438" name="Freeform 58"/>
                <p:cNvSpPr/>
                <p:nvPr/>
              </p:nvSpPr>
              <p:spPr>
                <a:xfrm>
                  <a:off x="2501" y="2835"/>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777777"/>
                    </a:gs>
                    <a:gs pos="100000">
                      <a:srgbClr val="DDDDDD"/>
                    </a:gs>
                  </a:gsLst>
                  <a:lin ang="5400000" scaled="1"/>
                  <a:tileRect/>
                </a:gradFill>
                <a:ln w="9525">
                  <a:noFill/>
                </a:ln>
              </p:spPr>
              <p:txBody>
                <a:bodyPr/>
                <a:p>
                  <a:endParaRPr lang="zh-CN" altLang="en-US"/>
                </a:p>
              </p:txBody>
            </p:sp>
            <p:sp>
              <p:nvSpPr>
                <p:cNvPr id="16439" name="Freeform 59"/>
                <p:cNvSpPr/>
                <p:nvPr/>
              </p:nvSpPr>
              <p:spPr>
                <a:xfrm>
                  <a:off x="2514" y="2842"/>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969696"/>
                    </a:gs>
                    <a:gs pos="100000">
                      <a:srgbClr val="EAEAEA"/>
                    </a:gs>
                  </a:gsLst>
                  <a:lin ang="5400000" scaled="1"/>
                  <a:tileRect/>
                </a:gradFill>
                <a:ln w="9525">
                  <a:noFill/>
                </a:ln>
              </p:spPr>
              <p:txBody>
                <a:bodyPr/>
                <a:p>
                  <a:endParaRPr lang="zh-CN" altLang="en-US"/>
                </a:p>
              </p:txBody>
            </p:sp>
          </p:grpSp>
          <p:grpSp>
            <p:nvGrpSpPr>
              <p:cNvPr id="16440" name="Group 60"/>
              <p:cNvGrpSpPr/>
              <p:nvPr/>
            </p:nvGrpSpPr>
            <p:grpSpPr>
              <a:xfrm>
                <a:off x="2526" y="3146"/>
                <a:ext cx="841" cy="208"/>
                <a:chOff x="2107" y="3500"/>
                <a:chExt cx="841" cy="208"/>
              </a:xfrm>
            </p:grpSpPr>
            <p:sp>
              <p:nvSpPr>
                <p:cNvPr id="16441" name="Freeform 61"/>
                <p:cNvSpPr/>
                <p:nvPr/>
              </p:nvSpPr>
              <p:spPr>
                <a:xfrm flipV="1">
                  <a:off x="2116" y="350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DDDDDD"/>
                    </a:gs>
                    <a:gs pos="100000">
                      <a:srgbClr val="5F5F5F"/>
                    </a:gs>
                  </a:gsLst>
                  <a:lin ang="5400000" scaled="1"/>
                  <a:tileRect/>
                </a:gradFill>
                <a:ln w="9525">
                  <a:noFill/>
                </a:ln>
              </p:spPr>
              <p:txBody>
                <a:bodyPr/>
                <a:p>
                  <a:endParaRPr lang="zh-CN" altLang="en-US"/>
                </a:p>
              </p:txBody>
            </p:sp>
            <p:sp>
              <p:nvSpPr>
                <p:cNvPr id="16442" name="Freeform 62"/>
                <p:cNvSpPr/>
                <p:nvPr/>
              </p:nvSpPr>
              <p:spPr>
                <a:xfrm flipV="1">
                  <a:off x="2107" y="3573"/>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DDDDDD"/>
                    </a:gs>
                    <a:gs pos="100000">
                      <a:srgbClr val="777777"/>
                    </a:gs>
                  </a:gsLst>
                  <a:lin ang="5400000" scaled="1"/>
                  <a:tileRect/>
                </a:gradFill>
                <a:ln w="9525">
                  <a:noFill/>
                </a:ln>
              </p:spPr>
              <p:txBody>
                <a:bodyPr/>
                <a:p>
                  <a:endParaRPr lang="zh-CN" altLang="en-US"/>
                </a:p>
              </p:txBody>
            </p:sp>
            <p:sp>
              <p:nvSpPr>
                <p:cNvPr id="16443" name="Freeform 63"/>
                <p:cNvSpPr/>
                <p:nvPr/>
              </p:nvSpPr>
              <p:spPr>
                <a:xfrm flipV="1">
                  <a:off x="2120" y="3638"/>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EAEAEA"/>
                    </a:gs>
                    <a:gs pos="100000">
                      <a:srgbClr val="969696"/>
                    </a:gs>
                  </a:gsLst>
                  <a:lin ang="5400000" scaled="1"/>
                  <a:tileRect/>
                </a:gradFill>
                <a:ln w="9525">
                  <a:noFill/>
                </a:ln>
              </p:spPr>
              <p:txBody>
                <a:bodyPr/>
                <a:p>
                  <a:endParaRPr lang="zh-CN" altLang="en-US"/>
                </a:p>
              </p:txBody>
            </p:sp>
          </p:grpSp>
          <p:grpSp>
            <p:nvGrpSpPr>
              <p:cNvPr id="16444" name="Group 64"/>
              <p:cNvGrpSpPr/>
              <p:nvPr/>
            </p:nvGrpSpPr>
            <p:grpSpPr>
              <a:xfrm>
                <a:off x="3347" y="3349"/>
                <a:ext cx="841" cy="208"/>
                <a:chOff x="2501" y="2835"/>
                <a:chExt cx="841" cy="208"/>
              </a:xfrm>
            </p:grpSpPr>
            <p:sp>
              <p:nvSpPr>
                <p:cNvPr id="16445" name="Freeform 65"/>
                <p:cNvSpPr/>
                <p:nvPr/>
              </p:nvSpPr>
              <p:spPr>
                <a:xfrm>
                  <a:off x="2510" y="284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5F5F5F"/>
                    </a:gs>
                    <a:gs pos="100000">
                      <a:srgbClr val="DDDDDD"/>
                    </a:gs>
                  </a:gsLst>
                  <a:lin ang="5400000" scaled="1"/>
                  <a:tileRect/>
                </a:gradFill>
                <a:ln w="9525">
                  <a:noFill/>
                </a:ln>
              </p:spPr>
              <p:txBody>
                <a:bodyPr/>
                <a:p>
                  <a:endParaRPr lang="zh-CN" altLang="en-US"/>
                </a:p>
              </p:txBody>
            </p:sp>
            <p:sp>
              <p:nvSpPr>
                <p:cNvPr id="16446" name="Freeform 66"/>
                <p:cNvSpPr/>
                <p:nvPr/>
              </p:nvSpPr>
              <p:spPr>
                <a:xfrm>
                  <a:off x="2501" y="2835"/>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777777"/>
                    </a:gs>
                    <a:gs pos="100000">
                      <a:srgbClr val="DDDDDD"/>
                    </a:gs>
                  </a:gsLst>
                  <a:lin ang="5400000" scaled="1"/>
                  <a:tileRect/>
                </a:gradFill>
                <a:ln w="9525">
                  <a:noFill/>
                </a:ln>
              </p:spPr>
              <p:txBody>
                <a:bodyPr/>
                <a:p>
                  <a:endParaRPr lang="zh-CN" altLang="en-US"/>
                </a:p>
              </p:txBody>
            </p:sp>
            <p:sp>
              <p:nvSpPr>
                <p:cNvPr id="16447" name="Freeform 67"/>
                <p:cNvSpPr/>
                <p:nvPr/>
              </p:nvSpPr>
              <p:spPr>
                <a:xfrm>
                  <a:off x="2514" y="2842"/>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969696"/>
                    </a:gs>
                    <a:gs pos="100000">
                      <a:srgbClr val="EAEAEA"/>
                    </a:gs>
                  </a:gsLst>
                  <a:lin ang="5400000" scaled="1"/>
                  <a:tileRect/>
                </a:gradFill>
                <a:ln w="9525">
                  <a:noFill/>
                </a:ln>
              </p:spPr>
              <p:txBody>
                <a:bodyPr/>
                <a:p>
                  <a:endParaRPr lang="zh-CN" altLang="en-US"/>
                </a:p>
              </p:txBody>
            </p:sp>
          </p:grpSp>
          <p:sp>
            <p:nvSpPr>
              <p:cNvPr id="16448" name="Line 68"/>
              <p:cNvSpPr/>
              <p:nvPr/>
            </p:nvSpPr>
            <p:spPr>
              <a:xfrm>
                <a:off x="1444" y="3353"/>
                <a:ext cx="3006" cy="0"/>
              </a:xfrm>
              <a:prstGeom prst="line">
                <a:avLst/>
              </a:prstGeom>
              <a:ln w="9525" cap="flat" cmpd="sng">
                <a:solidFill>
                  <a:schemeClr val="tx1"/>
                </a:solidFill>
                <a:prstDash val="solid"/>
                <a:round/>
                <a:headEnd type="none" w="med" len="med"/>
                <a:tailEnd type="none" w="med" len="med"/>
              </a:ln>
            </p:spPr>
          </p:sp>
        </p:grpSp>
        <p:sp>
          <p:nvSpPr>
            <p:cNvPr id="16449" name="Rectangle 69"/>
            <p:cNvSpPr/>
            <p:nvPr/>
          </p:nvSpPr>
          <p:spPr>
            <a:xfrm>
              <a:off x="4672" y="3340"/>
              <a:ext cx="6272" cy="1262"/>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6450" name="Group 70"/>
            <p:cNvGrpSpPr/>
            <p:nvPr/>
          </p:nvGrpSpPr>
          <p:grpSpPr>
            <a:xfrm>
              <a:off x="4165" y="3410"/>
              <a:ext cx="7397" cy="1202"/>
              <a:chOff x="1460" y="2612"/>
              <a:chExt cx="2959" cy="481"/>
            </a:xfrm>
          </p:grpSpPr>
          <p:sp>
            <p:nvSpPr>
              <p:cNvPr id="16451" name="Rectangle 71"/>
              <p:cNvSpPr/>
              <p:nvPr/>
            </p:nvSpPr>
            <p:spPr>
              <a:xfrm>
                <a:off x="1673" y="2612"/>
                <a:ext cx="2501" cy="481"/>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6452" name="Group 72"/>
              <p:cNvGrpSpPr/>
              <p:nvPr/>
            </p:nvGrpSpPr>
            <p:grpSpPr>
              <a:xfrm>
                <a:off x="1681" y="2648"/>
                <a:ext cx="841" cy="208"/>
                <a:chOff x="2107" y="3500"/>
                <a:chExt cx="841" cy="208"/>
              </a:xfrm>
            </p:grpSpPr>
            <p:sp>
              <p:nvSpPr>
                <p:cNvPr id="16453" name="Freeform 73"/>
                <p:cNvSpPr/>
                <p:nvPr/>
              </p:nvSpPr>
              <p:spPr>
                <a:xfrm flipV="1">
                  <a:off x="2116" y="350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DDDDDD"/>
                    </a:gs>
                    <a:gs pos="100000">
                      <a:srgbClr val="5F5F5F"/>
                    </a:gs>
                  </a:gsLst>
                  <a:lin ang="5400000" scaled="1"/>
                  <a:tileRect/>
                </a:gradFill>
                <a:ln w="9525">
                  <a:noFill/>
                </a:ln>
              </p:spPr>
              <p:txBody>
                <a:bodyPr/>
                <a:p>
                  <a:endParaRPr lang="zh-CN" altLang="en-US"/>
                </a:p>
              </p:txBody>
            </p:sp>
            <p:sp>
              <p:nvSpPr>
                <p:cNvPr id="16454" name="Freeform 74"/>
                <p:cNvSpPr/>
                <p:nvPr/>
              </p:nvSpPr>
              <p:spPr>
                <a:xfrm flipV="1">
                  <a:off x="2107" y="3573"/>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DDDDDD"/>
                    </a:gs>
                    <a:gs pos="100000">
                      <a:srgbClr val="777777"/>
                    </a:gs>
                  </a:gsLst>
                  <a:lin ang="5400000" scaled="1"/>
                  <a:tileRect/>
                </a:gradFill>
                <a:ln w="9525">
                  <a:noFill/>
                </a:ln>
              </p:spPr>
              <p:txBody>
                <a:bodyPr/>
                <a:p>
                  <a:endParaRPr lang="zh-CN" altLang="en-US"/>
                </a:p>
              </p:txBody>
            </p:sp>
            <p:sp>
              <p:nvSpPr>
                <p:cNvPr id="16455" name="Freeform 75"/>
                <p:cNvSpPr/>
                <p:nvPr/>
              </p:nvSpPr>
              <p:spPr>
                <a:xfrm flipV="1">
                  <a:off x="2120" y="3638"/>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EAEAEA"/>
                    </a:gs>
                    <a:gs pos="100000">
                      <a:srgbClr val="969696"/>
                    </a:gs>
                  </a:gsLst>
                  <a:lin ang="5400000" scaled="1"/>
                  <a:tileRect/>
                </a:gradFill>
                <a:ln w="9525">
                  <a:noFill/>
                </a:ln>
              </p:spPr>
              <p:txBody>
                <a:bodyPr/>
                <a:p>
                  <a:endParaRPr lang="zh-CN" altLang="en-US"/>
                </a:p>
              </p:txBody>
            </p:sp>
          </p:grpSp>
          <p:grpSp>
            <p:nvGrpSpPr>
              <p:cNvPr id="16456" name="Group 76"/>
              <p:cNvGrpSpPr/>
              <p:nvPr/>
            </p:nvGrpSpPr>
            <p:grpSpPr>
              <a:xfrm>
                <a:off x="2501" y="2835"/>
                <a:ext cx="841" cy="208"/>
                <a:chOff x="2501" y="2835"/>
                <a:chExt cx="841" cy="208"/>
              </a:xfrm>
            </p:grpSpPr>
            <p:sp>
              <p:nvSpPr>
                <p:cNvPr id="16457" name="Freeform 77"/>
                <p:cNvSpPr/>
                <p:nvPr/>
              </p:nvSpPr>
              <p:spPr>
                <a:xfrm>
                  <a:off x="2510" y="284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5F5F5F"/>
                    </a:gs>
                    <a:gs pos="100000">
                      <a:srgbClr val="DDDDDD"/>
                    </a:gs>
                  </a:gsLst>
                  <a:lin ang="5400000" scaled="1"/>
                  <a:tileRect/>
                </a:gradFill>
                <a:ln w="9525">
                  <a:noFill/>
                </a:ln>
              </p:spPr>
              <p:txBody>
                <a:bodyPr/>
                <a:p>
                  <a:endParaRPr lang="zh-CN" altLang="en-US"/>
                </a:p>
              </p:txBody>
            </p:sp>
            <p:sp>
              <p:nvSpPr>
                <p:cNvPr id="16458" name="Freeform 78"/>
                <p:cNvSpPr/>
                <p:nvPr/>
              </p:nvSpPr>
              <p:spPr>
                <a:xfrm>
                  <a:off x="2501" y="2835"/>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777777"/>
                    </a:gs>
                    <a:gs pos="100000">
                      <a:srgbClr val="DDDDDD"/>
                    </a:gs>
                  </a:gsLst>
                  <a:lin ang="5400000" scaled="1"/>
                  <a:tileRect/>
                </a:gradFill>
                <a:ln w="9525">
                  <a:noFill/>
                </a:ln>
              </p:spPr>
              <p:txBody>
                <a:bodyPr/>
                <a:p>
                  <a:endParaRPr lang="zh-CN" altLang="en-US"/>
                </a:p>
              </p:txBody>
            </p:sp>
            <p:sp>
              <p:nvSpPr>
                <p:cNvPr id="16459" name="Freeform 79"/>
                <p:cNvSpPr/>
                <p:nvPr/>
              </p:nvSpPr>
              <p:spPr>
                <a:xfrm>
                  <a:off x="2514" y="2842"/>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969696"/>
                    </a:gs>
                    <a:gs pos="100000">
                      <a:srgbClr val="EAEAEA"/>
                    </a:gs>
                  </a:gsLst>
                  <a:lin ang="5400000" scaled="1"/>
                  <a:tileRect/>
                </a:gradFill>
                <a:ln w="9525">
                  <a:noFill/>
                </a:ln>
              </p:spPr>
              <p:txBody>
                <a:bodyPr/>
                <a:p>
                  <a:endParaRPr lang="zh-CN" altLang="en-US"/>
                </a:p>
              </p:txBody>
            </p:sp>
          </p:grpSp>
          <p:grpSp>
            <p:nvGrpSpPr>
              <p:cNvPr id="16460" name="Group 80"/>
              <p:cNvGrpSpPr/>
              <p:nvPr/>
            </p:nvGrpSpPr>
            <p:grpSpPr>
              <a:xfrm>
                <a:off x="3355" y="2642"/>
                <a:ext cx="841" cy="208"/>
                <a:chOff x="2107" y="3500"/>
                <a:chExt cx="841" cy="208"/>
              </a:xfrm>
            </p:grpSpPr>
            <p:sp>
              <p:nvSpPr>
                <p:cNvPr id="16461" name="Freeform 81"/>
                <p:cNvSpPr/>
                <p:nvPr/>
              </p:nvSpPr>
              <p:spPr>
                <a:xfrm flipV="1">
                  <a:off x="2116" y="350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DDDDDD"/>
                    </a:gs>
                    <a:gs pos="100000">
                      <a:srgbClr val="5F5F5F"/>
                    </a:gs>
                  </a:gsLst>
                  <a:lin ang="5400000" scaled="1"/>
                  <a:tileRect/>
                </a:gradFill>
                <a:ln w="9525">
                  <a:noFill/>
                </a:ln>
              </p:spPr>
              <p:txBody>
                <a:bodyPr/>
                <a:p>
                  <a:endParaRPr lang="zh-CN" altLang="en-US"/>
                </a:p>
              </p:txBody>
            </p:sp>
            <p:sp>
              <p:nvSpPr>
                <p:cNvPr id="16462" name="Freeform 82"/>
                <p:cNvSpPr/>
                <p:nvPr/>
              </p:nvSpPr>
              <p:spPr>
                <a:xfrm flipV="1">
                  <a:off x="2107" y="3573"/>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DDDDDD"/>
                    </a:gs>
                    <a:gs pos="100000">
                      <a:srgbClr val="777777"/>
                    </a:gs>
                  </a:gsLst>
                  <a:lin ang="5400000" scaled="1"/>
                  <a:tileRect/>
                </a:gradFill>
                <a:ln w="9525">
                  <a:noFill/>
                </a:ln>
              </p:spPr>
              <p:txBody>
                <a:bodyPr/>
                <a:p>
                  <a:endParaRPr lang="zh-CN" altLang="en-US"/>
                </a:p>
              </p:txBody>
            </p:sp>
            <p:sp>
              <p:nvSpPr>
                <p:cNvPr id="16463" name="Freeform 83"/>
                <p:cNvSpPr/>
                <p:nvPr/>
              </p:nvSpPr>
              <p:spPr>
                <a:xfrm flipV="1">
                  <a:off x="2120" y="3638"/>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EAEAEA"/>
                    </a:gs>
                    <a:gs pos="100000">
                      <a:srgbClr val="969696"/>
                    </a:gs>
                  </a:gsLst>
                  <a:lin ang="5400000" scaled="1"/>
                  <a:tileRect/>
                </a:gradFill>
                <a:ln w="9525">
                  <a:noFill/>
                </a:ln>
              </p:spPr>
              <p:txBody>
                <a:bodyPr/>
                <a:p>
                  <a:endParaRPr lang="zh-CN" altLang="en-US"/>
                </a:p>
              </p:txBody>
            </p:sp>
          </p:grpSp>
          <p:sp>
            <p:nvSpPr>
              <p:cNvPr id="16464" name="Line 84"/>
              <p:cNvSpPr/>
              <p:nvPr/>
            </p:nvSpPr>
            <p:spPr>
              <a:xfrm flipV="1">
                <a:off x="1460" y="2841"/>
                <a:ext cx="2959" cy="0"/>
              </a:xfrm>
              <a:prstGeom prst="line">
                <a:avLst/>
              </a:prstGeom>
              <a:ln w="9525" cap="flat" cmpd="sng">
                <a:solidFill>
                  <a:schemeClr val="tx1"/>
                </a:solidFill>
                <a:prstDash val="solid"/>
                <a:round/>
                <a:headEnd type="none" w="med" len="med"/>
                <a:tailEnd type="none" w="med" len="med"/>
              </a:ln>
            </p:spPr>
          </p:sp>
        </p:grpSp>
        <p:sp>
          <p:nvSpPr>
            <p:cNvPr id="16465" name="Rectangle 85"/>
            <p:cNvSpPr/>
            <p:nvPr/>
          </p:nvSpPr>
          <p:spPr>
            <a:xfrm>
              <a:off x="4712" y="3337"/>
              <a:ext cx="6232" cy="1325"/>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6466" name="Group 86"/>
            <p:cNvGrpSpPr/>
            <p:nvPr/>
          </p:nvGrpSpPr>
          <p:grpSpPr>
            <a:xfrm>
              <a:off x="4107" y="3345"/>
              <a:ext cx="7515" cy="1282"/>
              <a:chOff x="1444" y="3093"/>
              <a:chExt cx="3006" cy="513"/>
            </a:xfrm>
          </p:grpSpPr>
          <p:sp>
            <p:nvSpPr>
              <p:cNvPr id="16467" name="Rectangle 87"/>
              <p:cNvSpPr/>
              <p:nvPr/>
            </p:nvSpPr>
            <p:spPr>
              <a:xfrm>
                <a:off x="1681" y="3093"/>
                <a:ext cx="2493" cy="513"/>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6468" name="Group 88"/>
              <p:cNvGrpSpPr/>
              <p:nvPr/>
            </p:nvGrpSpPr>
            <p:grpSpPr>
              <a:xfrm>
                <a:off x="1689" y="3340"/>
                <a:ext cx="841" cy="208"/>
                <a:chOff x="2501" y="2835"/>
                <a:chExt cx="841" cy="208"/>
              </a:xfrm>
            </p:grpSpPr>
            <p:sp>
              <p:nvSpPr>
                <p:cNvPr id="16469" name="Freeform 89"/>
                <p:cNvSpPr/>
                <p:nvPr/>
              </p:nvSpPr>
              <p:spPr>
                <a:xfrm>
                  <a:off x="2510" y="284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5F5F5F"/>
                    </a:gs>
                    <a:gs pos="100000">
                      <a:srgbClr val="DDDDDD"/>
                    </a:gs>
                  </a:gsLst>
                  <a:lin ang="5400000" scaled="1"/>
                  <a:tileRect/>
                </a:gradFill>
                <a:ln w="9525">
                  <a:noFill/>
                </a:ln>
              </p:spPr>
              <p:txBody>
                <a:bodyPr/>
                <a:p>
                  <a:endParaRPr lang="zh-CN" altLang="en-US"/>
                </a:p>
              </p:txBody>
            </p:sp>
            <p:sp>
              <p:nvSpPr>
                <p:cNvPr id="16470" name="Freeform 90"/>
                <p:cNvSpPr/>
                <p:nvPr/>
              </p:nvSpPr>
              <p:spPr>
                <a:xfrm>
                  <a:off x="2501" y="2835"/>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777777"/>
                    </a:gs>
                    <a:gs pos="100000">
                      <a:srgbClr val="DDDDDD"/>
                    </a:gs>
                  </a:gsLst>
                  <a:lin ang="5400000" scaled="1"/>
                  <a:tileRect/>
                </a:gradFill>
                <a:ln w="9525">
                  <a:noFill/>
                </a:ln>
              </p:spPr>
              <p:txBody>
                <a:bodyPr/>
                <a:p>
                  <a:endParaRPr lang="zh-CN" altLang="en-US"/>
                </a:p>
              </p:txBody>
            </p:sp>
            <p:sp>
              <p:nvSpPr>
                <p:cNvPr id="16471" name="Freeform 91"/>
                <p:cNvSpPr/>
                <p:nvPr/>
              </p:nvSpPr>
              <p:spPr>
                <a:xfrm>
                  <a:off x="2514" y="2842"/>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969696"/>
                    </a:gs>
                    <a:gs pos="100000">
                      <a:srgbClr val="EAEAEA"/>
                    </a:gs>
                  </a:gsLst>
                  <a:lin ang="5400000" scaled="1"/>
                  <a:tileRect/>
                </a:gradFill>
                <a:ln w="9525">
                  <a:noFill/>
                </a:ln>
              </p:spPr>
              <p:txBody>
                <a:bodyPr/>
                <a:p>
                  <a:endParaRPr lang="zh-CN" altLang="en-US"/>
                </a:p>
              </p:txBody>
            </p:sp>
          </p:grpSp>
          <p:grpSp>
            <p:nvGrpSpPr>
              <p:cNvPr id="16472" name="Group 92"/>
              <p:cNvGrpSpPr/>
              <p:nvPr/>
            </p:nvGrpSpPr>
            <p:grpSpPr>
              <a:xfrm>
                <a:off x="2526" y="3146"/>
                <a:ext cx="841" cy="208"/>
                <a:chOff x="2107" y="3500"/>
                <a:chExt cx="841" cy="208"/>
              </a:xfrm>
            </p:grpSpPr>
            <p:sp>
              <p:nvSpPr>
                <p:cNvPr id="16473" name="Freeform 93"/>
                <p:cNvSpPr/>
                <p:nvPr/>
              </p:nvSpPr>
              <p:spPr>
                <a:xfrm flipV="1">
                  <a:off x="2116" y="350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DDDDDD"/>
                    </a:gs>
                    <a:gs pos="100000">
                      <a:srgbClr val="5F5F5F"/>
                    </a:gs>
                  </a:gsLst>
                  <a:lin ang="5400000" scaled="1"/>
                  <a:tileRect/>
                </a:gradFill>
                <a:ln w="9525">
                  <a:noFill/>
                </a:ln>
              </p:spPr>
              <p:txBody>
                <a:bodyPr/>
                <a:p>
                  <a:endParaRPr lang="zh-CN" altLang="en-US"/>
                </a:p>
              </p:txBody>
            </p:sp>
            <p:sp>
              <p:nvSpPr>
                <p:cNvPr id="16474" name="Freeform 94"/>
                <p:cNvSpPr/>
                <p:nvPr/>
              </p:nvSpPr>
              <p:spPr>
                <a:xfrm flipV="1">
                  <a:off x="2107" y="3573"/>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DDDDDD"/>
                    </a:gs>
                    <a:gs pos="100000">
                      <a:srgbClr val="777777"/>
                    </a:gs>
                  </a:gsLst>
                  <a:lin ang="5400000" scaled="1"/>
                  <a:tileRect/>
                </a:gradFill>
                <a:ln w="9525">
                  <a:noFill/>
                </a:ln>
              </p:spPr>
              <p:txBody>
                <a:bodyPr/>
                <a:p>
                  <a:endParaRPr lang="zh-CN" altLang="en-US"/>
                </a:p>
              </p:txBody>
            </p:sp>
            <p:sp>
              <p:nvSpPr>
                <p:cNvPr id="16475" name="Freeform 95"/>
                <p:cNvSpPr/>
                <p:nvPr/>
              </p:nvSpPr>
              <p:spPr>
                <a:xfrm flipV="1">
                  <a:off x="2120" y="3638"/>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EAEAEA"/>
                    </a:gs>
                    <a:gs pos="100000">
                      <a:srgbClr val="969696"/>
                    </a:gs>
                  </a:gsLst>
                  <a:lin ang="5400000" scaled="1"/>
                  <a:tileRect/>
                </a:gradFill>
                <a:ln w="9525">
                  <a:noFill/>
                </a:ln>
              </p:spPr>
              <p:txBody>
                <a:bodyPr/>
                <a:p>
                  <a:endParaRPr lang="zh-CN" altLang="en-US"/>
                </a:p>
              </p:txBody>
            </p:sp>
          </p:grpSp>
          <p:grpSp>
            <p:nvGrpSpPr>
              <p:cNvPr id="16476" name="Group 96"/>
              <p:cNvGrpSpPr/>
              <p:nvPr/>
            </p:nvGrpSpPr>
            <p:grpSpPr>
              <a:xfrm>
                <a:off x="3347" y="3349"/>
                <a:ext cx="841" cy="208"/>
                <a:chOff x="2501" y="2835"/>
                <a:chExt cx="841" cy="208"/>
              </a:xfrm>
            </p:grpSpPr>
            <p:sp>
              <p:nvSpPr>
                <p:cNvPr id="16477" name="Freeform 97"/>
                <p:cNvSpPr/>
                <p:nvPr/>
              </p:nvSpPr>
              <p:spPr>
                <a:xfrm>
                  <a:off x="2510" y="284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5F5F5F"/>
                    </a:gs>
                    <a:gs pos="100000">
                      <a:srgbClr val="DDDDDD"/>
                    </a:gs>
                  </a:gsLst>
                  <a:lin ang="5400000" scaled="1"/>
                  <a:tileRect/>
                </a:gradFill>
                <a:ln w="9525">
                  <a:noFill/>
                </a:ln>
              </p:spPr>
              <p:txBody>
                <a:bodyPr/>
                <a:p>
                  <a:endParaRPr lang="zh-CN" altLang="en-US"/>
                </a:p>
              </p:txBody>
            </p:sp>
            <p:sp>
              <p:nvSpPr>
                <p:cNvPr id="16478" name="Freeform 98"/>
                <p:cNvSpPr/>
                <p:nvPr/>
              </p:nvSpPr>
              <p:spPr>
                <a:xfrm>
                  <a:off x="2501" y="2835"/>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777777"/>
                    </a:gs>
                    <a:gs pos="100000">
                      <a:srgbClr val="DDDDDD"/>
                    </a:gs>
                  </a:gsLst>
                  <a:lin ang="5400000" scaled="1"/>
                  <a:tileRect/>
                </a:gradFill>
                <a:ln w="9525">
                  <a:noFill/>
                </a:ln>
              </p:spPr>
              <p:txBody>
                <a:bodyPr/>
                <a:p>
                  <a:endParaRPr lang="zh-CN" altLang="en-US"/>
                </a:p>
              </p:txBody>
            </p:sp>
            <p:sp>
              <p:nvSpPr>
                <p:cNvPr id="16479" name="Freeform 99"/>
                <p:cNvSpPr/>
                <p:nvPr/>
              </p:nvSpPr>
              <p:spPr>
                <a:xfrm>
                  <a:off x="2514" y="2842"/>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969696"/>
                    </a:gs>
                    <a:gs pos="100000">
                      <a:srgbClr val="EAEAEA"/>
                    </a:gs>
                  </a:gsLst>
                  <a:lin ang="5400000" scaled="1"/>
                  <a:tileRect/>
                </a:gradFill>
                <a:ln w="9525">
                  <a:noFill/>
                </a:ln>
              </p:spPr>
              <p:txBody>
                <a:bodyPr/>
                <a:p>
                  <a:endParaRPr lang="zh-CN" altLang="en-US"/>
                </a:p>
              </p:txBody>
            </p:sp>
          </p:grpSp>
          <p:sp>
            <p:nvSpPr>
              <p:cNvPr id="16480" name="Line 100"/>
              <p:cNvSpPr/>
              <p:nvPr/>
            </p:nvSpPr>
            <p:spPr>
              <a:xfrm>
                <a:off x="1444" y="3353"/>
                <a:ext cx="3006" cy="0"/>
              </a:xfrm>
              <a:prstGeom prst="line">
                <a:avLst/>
              </a:prstGeom>
              <a:ln w="9525" cap="flat" cmpd="sng">
                <a:solidFill>
                  <a:schemeClr val="tx1"/>
                </a:solidFill>
                <a:prstDash val="solid"/>
                <a:round/>
                <a:headEnd type="none" w="med" len="med"/>
                <a:tailEnd type="none" w="med" len="med"/>
              </a:ln>
            </p:spPr>
          </p:sp>
        </p:grpSp>
        <p:sp>
          <p:nvSpPr>
            <p:cNvPr id="16481" name="Rectangle 101"/>
            <p:cNvSpPr/>
            <p:nvPr/>
          </p:nvSpPr>
          <p:spPr>
            <a:xfrm>
              <a:off x="4712" y="3340"/>
              <a:ext cx="6232" cy="1282"/>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6482" name="Group 102"/>
            <p:cNvGrpSpPr/>
            <p:nvPr/>
          </p:nvGrpSpPr>
          <p:grpSpPr>
            <a:xfrm>
              <a:off x="4167" y="3427"/>
              <a:ext cx="7397" cy="1202"/>
              <a:chOff x="1460" y="2612"/>
              <a:chExt cx="2959" cy="481"/>
            </a:xfrm>
          </p:grpSpPr>
          <p:sp>
            <p:nvSpPr>
              <p:cNvPr id="16483" name="Rectangle 103"/>
              <p:cNvSpPr/>
              <p:nvPr/>
            </p:nvSpPr>
            <p:spPr>
              <a:xfrm>
                <a:off x="1673" y="2612"/>
                <a:ext cx="2501" cy="481"/>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6484" name="Group 104"/>
              <p:cNvGrpSpPr/>
              <p:nvPr/>
            </p:nvGrpSpPr>
            <p:grpSpPr>
              <a:xfrm>
                <a:off x="1681" y="2648"/>
                <a:ext cx="841" cy="208"/>
                <a:chOff x="2107" y="3500"/>
                <a:chExt cx="841" cy="208"/>
              </a:xfrm>
            </p:grpSpPr>
            <p:sp>
              <p:nvSpPr>
                <p:cNvPr id="16485" name="Freeform 105"/>
                <p:cNvSpPr/>
                <p:nvPr/>
              </p:nvSpPr>
              <p:spPr>
                <a:xfrm flipV="1">
                  <a:off x="2116" y="350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DDDDDD"/>
                    </a:gs>
                    <a:gs pos="100000">
                      <a:srgbClr val="5F5F5F"/>
                    </a:gs>
                  </a:gsLst>
                  <a:lin ang="5400000" scaled="1"/>
                  <a:tileRect/>
                </a:gradFill>
                <a:ln w="9525">
                  <a:noFill/>
                </a:ln>
              </p:spPr>
              <p:txBody>
                <a:bodyPr/>
                <a:p>
                  <a:endParaRPr lang="zh-CN" altLang="en-US"/>
                </a:p>
              </p:txBody>
            </p:sp>
            <p:sp>
              <p:nvSpPr>
                <p:cNvPr id="16486" name="Freeform 106"/>
                <p:cNvSpPr/>
                <p:nvPr/>
              </p:nvSpPr>
              <p:spPr>
                <a:xfrm flipV="1">
                  <a:off x="2107" y="3573"/>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DDDDDD"/>
                    </a:gs>
                    <a:gs pos="100000">
                      <a:srgbClr val="777777"/>
                    </a:gs>
                  </a:gsLst>
                  <a:lin ang="5400000" scaled="1"/>
                  <a:tileRect/>
                </a:gradFill>
                <a:ln w="9525">
                  <a:noFill/>
                </a:ln>
              </p:spPr>
              <p:txBody>
                <a:bodyPr/>
                <a:p>
                  <a:endParaRPr lang="zh-CN" altLang="en-US"/>
                </a:p>
              </p:txBody>
            </p:sp>
            <p:sp>
              <p:nvSpPr>
                <p:cNvPr id="16487" name="Freeform 107"/>
                <p:cNvSpPr/>
                <p:nvPr/>
              </p:nvSpPr>
              <p:spPr>
                <a:xfrm flipV="1">
                  <a:off x="2120" y="3638"/>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EAEAEA"/>
                    </a:gs>
                    <a:gs pos="100000">
                      <a:srgbClr val="969696"/>
                    </a:gs>
                  </a:gsLst>
                  <a:lin ang="5400000" scaled="1"/>
                  <a:tileRect/>
                </a:gradFill>
                <a:ln w="9525">
                  <a:noFill/>
                </a:ln>
              </p:spPr>
              <p:txBody>
                <a:bodyPr/>
                <a:p>
                  <a:endParaRPr lang="zh-CN" altLang="en-US"/>
                </a:p>
              </p:txBody>
            </p:sp>
          </p:grpSp>
          <p:grpSp>
            <p:nvGrpSpPr>
              <p:cNvPr id="16488" name="Group 108"/>
              <p:cNvGrpSpPr/>
              <p:nvPr/>
            </p:nvGrpSpPr>
            <p:grpSpPr>
              <a:xfrm>
                <a:off x="2501" y="2835"/>
                <a:ext cx="841" cy="208"/>
                <a:chOff x="2501" y="2835"/>
                <a:chExt cx="841" cy="208"/>
              </a:xfrm>
            </p:grpSpPr>
            <p:sp>
              <p:nvSpPr>
                <p:cNvPr id="16489" name="Freeform 109"/>
                <p:cNvSpPr/>
                <p:nvPr/>
              </p:nvSpPr>
              <p:spPr>
                <a:xfrm>
                  <a:off x="2510" y="284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5F5F5F"/>
                    </a:gs>
                    <a:gs pos="100000">
                      <a:srgbClr val="DDDDDD"/>
                    </a:gs>
                  </a:gsLst>
                  <a:lin ang="5400000" scaled="1"/>
                  <a:tileRect/>
                </a:gradFill>
                <a:ln w="9525">
                  <a:noFill/>
                </a:ln>
              </p:spPr>
              <p:txBody>
                <a:bodyPr/>
                <a:p>
                  <a:endParaRPr lang="zh-CN" altLang="en-US"/>
                </a:p>
              </p:txBody>
            </p:sp>
            <p:sp>
              <p:nvSpPr>
                <p:cNvPr id="16490" name="Freeform 110"/>
                <p:cNvSpPr/>
                <p:nvPr/>
              </p:nvSpPr>
              <p:spPr>
                <a:xfrm>
                  <a:off x="2501" y="2835"/>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777777"/>
                    </a:gs>
                    <a:gs pos="100000">
                      <a:srgbClr val="DDDDDD"/>
                    </a:gs>
                  </a:gsLst>
                  <a:lin ang="5400000" scaled="1"/>
                  <a:tileRect/>
                </a:gradFill>
                <a:ln w="9525">
                  <a:noFill/>
                </a:ln>
              </p:spPr>
              <p:txBody>
                <a:bodyPr/>
                <a:p>
                  <a:endParaRPr lang="zh-CN" altLang="en-US"/>
                </a:p>
              </p:txBody>
            </p:sp>
            <p:sp>
              <p:nvSpPr>
                <p:cNvPr id="16491" name="Freeform 111"/>
                <p:cNvSpPr/>
                <p:nvPr/>
              </p:nvSpPr>
              <p:spPr>
                <a:xfrm>
                  <a:off x="2514" y="2842"/>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969696"/>
                    </a:gs>
                    <a:gs pos="100000">
                      <a:srgbClr val="EAEAEA"/>
                    </a:gs>
                  </a:gsLst>
                  <a:lin ang="5400000" scaled="1"/>
                  <a:tileRect/>
                </a:gradFill>
                <a:ln w="9525">
                  <a:noFill/>
                </a:ln>
              </p:spPr>
              <p:txBody>
                <a:bodyPr/>
                <a:p>
                  <a:endParaRPr lang="zh-CN" altLang="en-US"/>
                </a:p>
              </p:txBody>
            </p:sp>
          </p:grpSp>
          <p:grpSp>
            <p:nvGrpSpPr>
              <p:cNvPr id="16492" name="Group 112"/>
              <p:cNvGrpSpPr/>
              <p:nvPr/>
            </p:nvGrpSpPr>
            <p:grpSpPr>
              <a:xfrm>
                <a:off x="3355" y="2642"/>
                <a:ext cx="841" cy="208"/>
                <a:chOff x="2107" y="3500"/>
                <a:chExt cx="841" cy="208"/>
              </a:xfrm>
            </p:grpSpPr>
            <p:sp>
              <p:nvSpPr>
                <p:cNvPr id="16493" name="Freeform 113"/>
                <p:cNvSpPr/>
                <p:nvPr/>
              </p:nvSpPr>
              <p:spPr>
                <a:xfrm flipV="1">
                  <a:off x="2116" y="350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DDDDDD"/>
                    </a:gs>
                    <a:gs pos="100000">
                      <a:srgbClr val="5F5F5F"/>
                    </a:gs>
                  </a:gsLst>
                  <a:lin ang="5400000" scaled="1"/>
                  <a:tileRect/>
                </a:gradFill>
                <a:ln w="9525">
                  <a:noFill/>
                </a:ln>
              </p:spPr>
              <p:txBody>
                <a:bodyPr/>
                <a:p>
                  <a:endParaRPr lang="zh-CN" altLang="en-US"/>
                </a:p>
              </p:txBody>
            </p:sp>
            <p:sp>
              <p:nvSpPr>
                <p:cNvPr id="16494" name="Freeform 114"/>
                <p:cNvSpPr/>
                <p:nvPr/>
              </p:nvSpPr>
              <p:spPr>
                <a:xfrm flipV="1">
                  <a:off x="2107" y="3573"/>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DDDDDD"/>
                    </a:gs>
                    <a:gs pos="100000">
                      <a:srgbClr val="777777"/>
                    </a:gs>
                  </a:gsLst>
                  <a:lin ang="5400000" scaled="1"/>
                  <a:tileRect/>
                </a:gradFill>
                <a:ln w="9525">
                  <a:noFill/>
                </a:ln>
              </p:spPr>
              <p:txBody>
                <a:bodyPr/>
                <a:p>
                  <a:endParaRPr lang="zh-CN" altLang="en-US"/>
                </a:p>
              </p:txBody>
            </p:sp>
            <p:sp>
              <p:nvSpPr>
                <p:cNvPr id="16495" name="Freeform 115"/>
                <p:cNvSpPr/>
                <p:nvPr/>
              </p:nvSpPr>
              <p:spPr>
                <a:xfrm flipV="1">
                  <a:off x="2120" y="3638"/>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EAEAEA"/>
                    </a:gs>
                    <a:gs pos="100000">
                      <a:srgbClr val="969696"/>
                    </a:gs>
                  </a:gsLst>
                  <a:lin ang="5400000" scaled="1"/>
                  <a:tileRect/>
                </a:gradFill>
                <a:ln w="9525">
                  <a:noFill/>
                </a:ln>
              </p:spPr>
              <p:txBody>
                <a:bodyPr/>
                <a:p>
                  <a:endParaRPr lang="zh-CN" altLang="en-US"/>
                </a:p>
              </p:txBody>
            </p:sp>
          </p:grpSp>
          <p:sp>
            <p:nvSpPr>
              <p:cNvPr id="16496" name="Line 116"/>
              <p:cNvSpPr/>
              <p:nvPr/>
            </p:nvSpPr>
            <p:spPr>
              <a:xfrm flipV="1">
                <a:off x="1460" y="2841"/>
                <a:ext cx="2959" cy="0"/>
              </a:xfrm>
              <a:prstGeom prst="line">
                <a:avLst/>
              </a:prstGeom>
              <a:ln w="9525" cap="flat" cmpd="sng">
                <a:solidFill>
                  <a:schemeClr val="tx1"/>
                </a:solidFill>
                <a:prstDash val="solid"/>
                <a:round/>
                <a:headEnd type="none" w="med" len="med"/>
                <a:tailEnd type="none" w="med" len="med"/>
              </a:ln>
            </p:spPr>
          </p:sp>
        </p:grpSp>
        <p:sp>
          <p:nvSpPr>
            <p:cNvPr id="16497" name="Rectangle 117"/>
            <p:cNvSpPr/>
            <p:nvPr/>
          </p:nvSpPr>
          <p:spPr>
            <a:xfrm>
              <a:off x="4712" y="3340"/>
              <a:ext cx="6252" cy="1282"/>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6498" name="Group 118"/>
            <p:cNvGrpSpPr/>
            <p:nvPr/>
          </p:nvGrpSpPr>
          <p:grpSpPr>
            <a:xfrm>
              <a:off x="4740" y="3477"/>
              <a:ext cx="6230" cy="1012"/>
              <a:chOff x="1679" y="3129"/>
              <a:chExt cx="2492" cy="435"/>
            </a:xfrm>
          </p:grpSpPr>
          <p:grpSp>
            <p:nvGrpSpPr>
              <p:cNvPr id="16499" name="Group 119"/>
              <p:cNvGrpSpPr/>
              <p:nvPr/>
            </p:nvGrpSpPr>
            <p:grpSpPr>
              <a:xfrm>
                <a:off x="1683" y="3129"/>
                <a:ext cx="2488" cy="435"/>
                <a:chOff x="1683" y="3129"/>
                <a:chExt cx="2488" cy="435"/>
              </a:xfrm>
            </p:grpSpPr>
            <p:grpSp>
              <p:nvGrpSpPr>
                <p:cNvPr id="16500" name="Group 120"/>
                <p:cNvGrpSpPr/>
                <p:nvPr/>
              </p:nvGrpSpPr>
              <p:grpSpPr>
                <a:xfrm>
                  <a:off x="1683" y="3349"/>
                  <a:ext cx="2488" cy="215"/>
                  <a:chOff x="1683" y="3349"/>
                  <a:chExt cx="2488" cy="215"/>
                </a:xfrm>
              </p:grpSpPr>
              <p:sp>
                <p:nvSpPr>
                  <p:cNvPr id="16501" name="Freeform 121"/>
                  <p:cNvSpPr/>
                  <p:nvPr/>
                </p:nvSpPr>
                <p:spPr>
                  <a:xfrm>
                    <a:off x="2523" y="3353"/>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sp>
                <p:nvSpPr>
                  <p:cNvPr id="16502" name="Freeform 122"/>
                  <p:cNvSpPr/>
                  <p:nvPr/>
                </p:nvSpPr>
                <p:spPr>
                  <a:xfrm>
                    <a:off x="1683" y="3353"/>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sp>
                <p:nvSpPr>
                  <p:cNvPr id="16503" name="Freeform 123"/>
                  <p:cNvSpPr/>
                  <p:nvPr/>
                </p:nvSpPr>
                <p:spPr>
                  <a:xfrm>
                    <a:off x="3351" y="3349"/>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grpSp>
            <p:grpSp>
              <p:nvGrpSpPr>
                <p:cNvPr id="16504" name="Group 124"/>
                <p:cNvGrpSpPr/>
                <p:nvPr/>
              </p:nvGrpSpPr>
              <p:grpSpPr>
                <a:xfrm flipV="1">
                  <a:off x="1683" y="3129"/>
                  <a:ext cx="2488" cy="215"/>
                  <a:chOff x="1683" y="3349"/>
                  <a:chExt cx="2488" cy="215"/>
                </a:xfrm>
              </p:grpSpPr>
              <p:sp>
                <p:nvSpPr>
                  <p:cNvPr id="16505" name="Freeform 125"/>
                  <p:cNvSpPr/>
                  <p:nvPr/>
                </p:nvSpPr>
                <p:spPr>
                  <a:xfrm>
                    <a:off x="2523" y="3353"/>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sp>
                <p:nvSpPr>
                  <p:cNvPr id="16506" name="Freeform 126"/>
                  <p:cNvSpPr/>
                  <p:nvPr/>
                </p:nvSpPr>
                <p:spPr>
                  <a:xfrm>
                    <a:off x="1683" y="3353"/>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sp>
                <p:nvSpPr>
                  <p:cNvPr id="16507" name="Freeform 127"/>
                  <p:cNvSpPr/>
                  <p:nvPr/>
                </p:nvSpPr>
                <p:spPr>
                  <a:xfrm>
                    <a:off x="3351" y="3349"/>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grpSp>
          </p:grpSp>
          <p:grpSp>
            <p:nvGrpSpPr>
              <p:cNvPr id="16508" name="Group 128"/>
              <p:cNvGrpSpPr/>
              <p:nvPr/>
            </p:nvGrpSpPr>
            <p:grpSpPr>
              <a:xfrm>
                <a:off x="1679" y="3213"/>
                <a:ext cx="2488" cy="291"/>
                <a:chOff x="1683" y="3129"/>
                <a:chExt cx="2488" cy="435"/>
              </a:xfrm>
            </p:grpSpPr>
            <p:grpSp>
              <p:nvGrpSpPr>
                <p:cNvPr id="16509" name="Group 129"/>
                <p:cNvGrpSpPr/>
                <p:nvPr/>
              </p:nvGrpSpPr>
              <p:grpSpPr>
                <a:xfrm>
                  <a:off x="1683" y="3349"/>
                  <a:ext cx="2488" cy="215"/>
                  <a:chOff x="1683" y="3349"/>
                  <a:chExt cx="2488" cy="215"/>
                </a:xfrm>
              </p:grpSpPr>
              <p:sp>
                <p:nvSpPr>
                  <p:cNvPr id="16510" name="Freeform 130"/>
                  <p:cNvSpPr/>
                  <p:nvPr/>
                </p:nvSpPr>
                <p:spPr>
                  <a:xfrm>
                    <a:off x="2523" y="3353"/>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sp>
                <p:nvSpPr>
                  <p:cNvPr id="16511" name="Freeform 131"/>
                  <p:cNvSpPr/>
                  <p:nvPr/>
                </p:nvSpPr>
                <p:spPr>
                  <a:xfrm>
                    <a:off x="1683" y="3353"/>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sp>
                <p:nvSpPr>
                  <p:cNvPr id="16512" name="Freeform 132"/>
                  <p:cNvSpPr/>
                  <p:nvPr/>
                </p:nvSpPr>
                <p:spPr>
                  <a:xfrm>
                    <a:off x="3351" y="3349"/>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grpSp>
            <p:grpSp>
              <p:nvGrpSpPr>
                <p:cNvPr id="16513" name="Group 133"/>
                <p:cNvGrpSpPr/>
                <p:nvPr/>
              </p:nvGrpSpPr>
              <p:grpSpPr>
                <a:xfrm flipV="1">
                  <a:off x="1683" y="3129"/>
                  <a:ext cx="2488" cy="215"/>
                  <a:chOff x="1683" y="3349"/>
                  <a:chExt cx="2488" cy="215"/>
                </a:xfrm>
              </p:grpSpPr>
              <p:sp>
                <p:nvSpPr>
                  <p:cNvPr id="16514" name="Freeform 134"/>
                  <p:cNvSpPr/>
                  <p:nvPr/>
                </p:nvSpPr>
                <p:spPr>
                  <a:xfrm>
                    <a:off x="2523" y="3353"/>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sp>
                <p:nvSpPr>
                  <p:cNvPr id="16515" name="Freeform 135"/>
                  <p:cNvSpPr/>
                  <p:nvPr/>
                </p:nvSpPr>
                <p:spPr>
                  <a:xfrm>
                    <a:off x="1683" y="3353"/>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sp>
                <p:nvSpPr>
                  <p:cNvPr id="16516" name="Freeform 136"/>
                  <p:cNvSpPr/>
                  <p:nvPr/>
                </p:nvSpPr>
                <p:spPr>
                  <a:xfrm>
                    <a:off x="3351" y="3349"/>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grpSp>
          </p:grpSp>
          <p:grpSp>
            <p:nvGrpSpPr>
              <p:cNvPr id="16517" name="Group 137"/>
              <p:cNvGrpSpPr/>
              <p:nvPr/>
            </p:nvGrpSpPr>
            <p:grpSpPr>
              <a:xfrm>
                <a:off x="1683" y="3293"/>
                <a:ext cx="2488" cy="131"/>
                <a:chOff x="1683" y="3129"/>
                <a:chExt cx="2488" cy="435"/>
              </a:xfrm>
            </p:grpSpPr>
            <p:grpSp>
              <p:nvGrpSpPr>
                <p:cNvPr id="16518" name="Group 138"/>
                <p:cNvGrpSpPr/>
                <p:nvPr/>
              </p:nvGrpSpPr>
              <p:grpSpPr>
                <a:xfrm>
                  <a:off x="1683" y="3349"/>
                  <a:ext cx="2488" cy="215"/>
                  <a:chOff x="1683" y="3349"/>
                  <a:chExt cx="2488" cy="215"/>
                </a:xfrm>
              </p:grpSpPr>
              <p:sp>
                <p:nvSpPr>
                  <p:cNvPr id="16519" name="Freeform 139"/>
                  <p:cNvSpPr/>
                  <p:nvPr/>
                </p:nvSpPr>
                <p:spPr>
                  <a:xfrm>
                    <a:off x="2523" y="3353"/>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sp>
                <p:nvSpPr>
                  <p:cNvPr id="16520" name="Freeform 140"/>
                  <p:cNvSpPr/>
                  <p:nvPr/>
                </p:nvSpPr>
                <p:spPr>
                  <a:xfrm>
                    <a:off x="1683" y="3353"/>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sp>
                <p:nvSpPr>
                  <p:cNvPr id="16521" name="Freeform 141"/>
                  <p:cNvSpPr/>
                  <p:nvPr/>
                </p:nvSpPr>
                <p:spPr>
                  <a:xfrm>
                    <a:off x="3351" y="3349"/>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grpSp>
            <p:grpSp>
              <p:nvGrpSpPr>
                <p:cNvPr id="16522" name="Group 142"/>
                <p:cNvGrpSpPr/>
                <p:nvPr/>
              </p:nvGrpSpPr>
              <p:grpSpPr>
                <a:xfrm flipV="1">
                  <a:off x="1683" y="3129"/>
                  <a:ext cx="2488" cy="215"/>
                  <a:chOff x="1683" y="3349"/>
                  <a:chExt cx="2488" cy="215"/>
                </a:xfrm>
              </p:grpSpPr>
              <p:sp>
                <p:nvSpPr>
                  <p:cNvPr id="16523" name="Freeform 143"/>
                  <p:cNvSpPr/>
                  <p:nvPr/>
                </p:nvSpPr>
                <p:spPr>
                  <a:xfrm>
                    <a:off x="2523" y="3353"/>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sp>
                <p:nvSpPr>
                  <p:cNvPr id="16524" name="Freeform 144"/>
                  <p:cNvSpPr/>
                  <p:nvPr/>
                </p:nvSpPr>
                <p:spPr>
                  <a:xfrm>
                    <a:off x="1683" y="3353"/>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sp>
                <p:nvSpPr>
                  <p:cNvPr id="16525" name="Freeform 145"/>
                  <p:cNvSpPr/>
                  <p:nvPr/>
                </p:nvSpPr>
                <p:spPr>
                  <a:xfrm>
                    <a:off x="3351" y="3349"/>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grpSp>
          </p:grpSp>
        </p:grpSp>
      </p:grpSp>
      <p:grpSp>
        <p:nvGrpSpPr>
          <p:cNvPr id="16526" name="Group 146"/>
          <p:cNvGrpSpPr/>
          <p:nvPr/>
        </p:nvGrpSpPr>
        <p:grpSpPr>
          <a:xfrm>
            <a:off x="3094038" y="1509713"/>
            <a:ext cx="3762375" cy="1825625"/>
            <a:chOff x="1706" y="2718"/>
            <a:chExt cx="2370" cy="1150"/>
          </a:xfrm>
        </p:grpSpPr>
        <p:sp>
          <p:nvSpPr>
            <p:cNvPr id="16527" name="Line 147"/>
            <p:cNvSpPr/>
            <p:nvPr/>
          </p:nvSpPr>
          <p:spPr>
            <a:xfrm>
              <a:off x="2489" y="3450"/>
              <a:ext cx="0" cy="394"/>
            </a:xfrm>
            <a:prstGeom prst="line">
              <a:avLst/>
            </a:prstGeom>
            <a:ln w="9525" cap="rnd" cmpd="sng">
              <a:solidFill>
                <a:schemeClr val="tx1"/>
              </a:solidFill>
              <a:prstDash val="sysDot"/>
              <a:round/>
              <a:headEnd type="none" w="med" len="med"/>
              <a:tailEnd type="none" w="med" len="med"/>
            </a:ln>
          </p:spPr>
        </p:sp>
        <p:sp>
          <p:nvSpPr>
            <p:cNvPr id="16528" name="Line 148"/>
            <p:cNvSpPr/>
            <p:nvPr/>
          </p:nvSpPr>
          <p:spPr>
            <a:xfrm>
              <a:off x="3309" y="3344"/>
              <a:ext cx="1" cy="482"/>
            </a:xfrm>
            <a:prstGeom prst="line">
              <a:avLst/>
            </a:prstGeom>
            <a:ln w="9525" cap="rnd" cmpd="sng">
              <a:solidFill>
                <a:schemeClr val="tx1"/>
              </a:solidFill>
              <a:prstDash val="sysDot"/>
              <a:round/>
              <a:headEnd type="none" w="med" len="med"/>
              <a:tailEnd type="none" w="med" len="med"/>
            </a:ln>
          </p:spPr>
        </p:sp>
        <p:sp>
          <p:nvSpPr>
            <p:cNvPr id="16529" name="Line 149"/>
            <p:cNvSpPr/>
            <p:nvPr/>
          </p:nvSpPr>
          <p:spPr>
            <a:xfrm flipH="1">
              <a:off x="2066" y="3164"/>
              <a:ext cx="0" cy="200"/>
            </a:xfrm>
            <a:prstGeom prst="line">
              <a:avLst/>
            </a:prstGeom>
            <a:ln w="19050">
              <a:noFill/>
            </a:ln>
          </p:spPr>
        </p:sp>
        <p:grpSp>
          <p:nvGrpSpPr>
            <p:cNvPr id="16530" name="Group 150"/>
            <p:cNvGrpSpPr/>
            <p:nvPr/>
          </p:nvGrpSpPr>
          <p:grpSpPr>
            <a:xfrm>
              <a:off x="2568" y="2826"/>
              <a:ext cx="265" cy="162"/>
              <a:chOff x="2045" y="2248"/>
              <a:chExt cx="265" cy="162"/>
            </a:xfrm>
          </p:grpSpPr>
          <p:sp>
            <p:nvSpPr>
              <p:cNvPr id="16531" name="WordArt 151"/>
              <p:cNvSpPr>
                <a:spLocks noTextEdit="1"/>
              </p:cNvSpPr>
              <p:nvPr/>
            </p:nvSpPr>
            <p:spPr>
              <a:xfrm>
                <a:off x="2045" y="2265"/>
                <a:ext cx="91" cy="145"/>
              </a:xfrm>
              <a:prstGeom prst="rect">
                <a:avLst/>
              </a:prstGeom>
            </p:spPr>
            <p:txBody>
              <a:bodyPr wrap="none" fromWordArt="1">
                <a:prstTxWarp prst="textPlain">
                  <a:avLst>
                    <a:gd name="adj" fmla="val 50000"/>
                  </a:avLst>
                </a:prstTxWarp>
                <a:normAutofit/>
              </a:bodyPr>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 </a:t>
                </a:r>
                <a:endPar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endParaRPr>
              </a:p>
            </p:txBody>
          </p:sp>
          <p:sp>
            <p:nvSpPr>
              <p:cNvPr id="16532" name="WordArt 152"/>
              <p:cNvSpPr>
                <a:spLocks noTextEdit="1"/>
              </p:cNvSpPr>
              <p:nvPr/>
            </p:nvSpPr>
            <p:spPr>
              <a:xfrm>
                <a:off x="2120" y="2248"/>
                <a:ext cx="190" cy="160"/>
              </a:xfrm>
              <a:prstGeom prst="rect">
                <a:avLst/>
              </a:prstGeom>
            </p:spPr>
            <p:txBody>
              <a:bodyPr wrap="none" fromWordArt="1">
                <a:prstTxWarp prst="textPlain">
                  <a:avLst>
                    <a:gd name="adj" fmla="val 55088"/>
                  </a:avLst>
                </a:prstTxWarp>
                <a:normAutofit/>
              </a:bodyPr>
              <a:p>
                <a:pPr algn="ctr"/>
                <a:r>
                  <a:rPr lang="zh-CN" altLang="en-US" sz="3600" i="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 </a:t>
                </a:r>
                <a:endParaRPr lang="zh-CN" altLang="en-US" sz="3600" i="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grpSp>
        <p:grpSp>
          <p:nvGrpSpPr>
            <p:cNvPr id="16533" name="Group 153"/>
            <p:cNvGrpSpPr/>
            <p:nvPr/>
          </p:nvGrpSpPr>
          <p:grpSpPr>
            <a:xfrm>
              <a:off x="1955" y="2832"/>
              <a:ext cx="499" cy="222"/>
              <a:chOff x="3122" y="2137"/>
              <a:chExt cx="499" cy="222"/>
            </a:xfrm>
          </p:grpSpPr>
          <p:sp>
            <p:nvSpPr>
              <p:cNvPr id="16534" name="WordArt 154"/>
              <p:cNvSpPr>
                <a:spLocks noTextEdit="1"/>
              </p:cNvSpPr>
              <p:nvPr/>
            </p:nvSpPr>
            <p:spPr>
              <a:xfrm>
                <a:off x="3122" y="2137"/>
                <a:ext cx="190" cy="160"/>
              </a:xfrm>
              <a:prstGeom prst="rect">
                <a:avLst/>
              </a:prstGeom>
            </p:spPr>
            <p:txBody>
              <a:bodyPr wrap="none" fromWordArt="1">
                <a:prstTxWarp prst="textPlain">
                  <a:avLst>
                    <a:gd name="adj" fmla="val 55088"/>
                  </a:avLst>
                </a:prstTxWarp>
                <a:normAutofit/>
              </a:bodyPr>
              <a:p>
                <a:pPr algn="ctr"/>
                <a:r>
                  <a:rPr lang="zh-CN" altLang="en-US" sz="3600" i="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 </a:t>
                </a:r>
                <a:endParaRPr lang="zh-CN" altLang="en-US" sz="3600" i="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sp>
            <p:nvSpPr>
              <p:cNvPr id="16535" name="Text Box 155"/>
              <p:cNvSpPr txBox="1"/>
              <p:nvPr/>
            </p:nvSpPr>
            <p:spPr>
              <a:xfrm>
                <a:off x="3282" y="2147"/>
                <a:ext cx="339" cy="212"/>
              </a:xfrm>
              <a:prstGeom prst="rect">
                <a:avLst/>
              </a:prstGeom>
              <a:noFill/>
              <a:ln w="9525">
                <a:noFill/>
              </a:ln>
            </p:spPr>
            <p:txBody>
              <a:bodyPr anchor="t">
                <a:spAutoFit/>
              </a:bodyPr>
              <a:p>
                <a:pPr>
                  <a:spcBef>
                    <a:spcPct val="50000"/>
                  </a:spcBef>
                </a:pPr>
                <a:r>
                  <a:rPr lang="en-US" altLang="zh-CN" sz="1600" dirty="0">
                    <a:latin typeface="Times New Roman" panose="02020603050405020304" pitchFamily="18" charset="0"/>
                    <a:ea typeface="华文中宋" panose="02010600040101010101" pitchFamily="2" charset="-122"/>
                  </a:rPr>
                  <a:t> </a:t>
                </a:r>
                <a:endParaRPr lang="en-US" altLang="zh-CN" sz="1600" dirty="0">
                  <a:latin typeface="Times New Roman" panose="02020603050405020304" pitchFamily="18" charset="0"/>
                  <a:ea typeface="华文中宋" panose="02010600040101010101" pitchFamily="2" charset="-122"/>
                </a:endParaRPr>
              </a:p>
            </p:txBody>
          </p:sp>
        </p:grpSp>
        <p:sp>
          <p:nvSpPr>
            <p:cNvPr id="16536" name="WordArt 157"/>
            <p:cNvSpPr>
              <a:spLocks noTextEdit="1"/>
            </p:cNvSpPr>
            <p:nvPr/>
          </p:nvSpPr>
          <p:spPr>
            <a:xfrm>
              <a:off x="3259" y="2820"/>
              <a:ext cx="190" cy="160"/>
            </a:xfrm>
            <a:prstGeom prst="rect">
              <a:avLst/>
            </a:prstGeom>
          </p:spPr>
          <p:txBody>
            <a:bodyPr wrap="none" fromWordArt="1">
              <a:prstTxWarp prst="textPlain">
                <a:avLst>
                  <a:gd name="adj" fmla="val 55088"/>
                </a:avLst>
              </a:prstTxWarp>
              <a:normAutofit/>
            </a:bodyPr>
            <a:p>
              <a:pPr algn="ctr"/>
              <a:endParaRPr lang="zh-CN" altLang="en-US" sz="3600"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endParaRPr>
            </a:p>
          </p:txBody>
        </p:sp>
        <p:sp>
          <p:nvSpPr>
            <p:cNvPr id="16537" name="Text Box 162"/>
            <p:cNvSpPr txBox="1"/>
            <p:nvPr/>
          </p:nvSpPr>
          <p:spPr>
            <a:xfrm>
              <a:off x="3832" y="2751"/>
              <a:ext cx="244" cy="329"/>
            </a:xfrm>
            <a:prstGeom prst="rect">
              <a:avLst/>
            </a:prstGeom>
            <a:noFill/>
            <a:ln w="9525">
              <a:noFill/>
            </a:ln>
          </p:spPr>
          <p:txBody>
            <a:bodyPr anchor="t">
              <a:spAutoFit/>
            </a:bodyPr>
            <a:p>
              <a:pPr>
                <a:spcBef>
                  <a:spcPct val="50000"/>
                </a:spcBef>
              </a:pPr>
              <a:endParaRPr lang="en-US" altLang="zh-CN" sz="2800" b="1" dirty="0">
                <a:latin typeface="Times New Roman" panose="02020603050405020304" pitchFamily="18" charset="0"/>
                <a:ea typeface="宋体" panose="02010600030101010101" pitchFamily="2" charset="-122"/>
              </a:endParaRPr>
            </a:p>
          </p:txBody>
        </p:sp>
        <p:sp>
          <p:nvSpPr>
            <p:cNvPr id="16538" name="Oval 163"/>
            <p:cNvSpPr/>
            <p:nvPr/>
          </p:nvSpPr>
          <p:spPr>
            <a:xfrm>
              <a:off x="3292" y="3341"/>
              <a:ext cx="43" cy="44"/>
            </a:xfrm>
            <a:prstGeom prst="ellipse">
              <a:avLst/>
            </a:prstGeom>
            <a:solidFill>
              <a:schemeClr val="bg1"/>
            </a:solidFill>
            <a:ln w="19050" cap="flat" cmpd="sng">
              <a:solidFill>
                <a:srgbClr val="FF3300"/>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6539" name="Group 164"/>
            <p:cNvGrpSpPr/>
            <p:nvPr/>
          </p:nvGrpSpPr>
          <p:grpSpPr>
            <a:xfrm>
              <a:off x="2490" y="3639"/>
              <a:ext cx="821" cy="229"/>
              <a:chOff x="2517" y="2454"/>
              <a:chExt cx="821" cy="229"/>
            </a:xfrm>
          </p:grpSpPr>
          <p:sp>
            <p:nvSpPr>
              <p:cNvPr id="16540" name="Line 165"/>
              <p:cNvSpPr/>
              <p:nvPr/>
            </p:nvSpPr>
            <p:spPr>
              <a:xfrm>
                <a:off x="2517" y="2572"/>
                <a:ext cx="821" cy="0"/>
              </a:xfrm>
              <a:prstGeom prst="line">
                <a:avLst/>
              </a:prstGeom>
              <a:ln w="19050" cap="flat" cmpd="sng">
                <a:solidFill>
                  <a:schemeClr val="tx1"/>
                </a:solidFill>
                <a:prstDash val="solid"/>
                <a:round/>
                <a:headEnd type="triangle" w="sm" len="lg"/>
                <a:tailEnd type="triangle" w="sm" len="lg"/>
              </a:ln>
            </p:spPr>
          </p:sp>
          <p:grpSp>
            <p:nvGrpSpPr>
              <p:cNvPr id="16541" name="Group 166"/>
              <p:cNvGrpSpPr/>
              <p:nvPr/>
            </p:nvGrpSpPr>
            <p:grpSpPr>
              <a:xfrm>
                <a:off x="2722" y="2454"/>
                <a:ext cx="426" cy="229"/>
                <a:chOff x="2722" y="2454"/>
                <a:chExt cx="426" cy="229"/>
              </a:xfrm>
            </p:grpSpPr>
            <p:sp>
              <p:nvSpPr>
                <p:cNvPr id="16542" name="Rectangle 167"/>
                <p:cNvSpPr/>
                <p:nvPr/>
              </p:nvSpPr>
              <p:spPr>
                <a:xfrm>
                  <a:off x="2722" y="2454"/>
                  <a:ext cx="426" cy="229"/>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6543" name="Group 168"/>
                <p:cNvGrpSpPr/>
                <p:nvPr/>
              </p:nvGrpSpPr>
              <p:grpSpPr>
                <a:xfrm>
                  <a:off x="2767" y="2462"/>
                  <a:ext cx="327" cy="190"/>
                  <a:chOff x="2064" y="1878"/>
                  <a:chExt cx="327" cy="190"/>
                </a:xfrm>
              </p:grpSpPr>
              <p:sp>
                <p:nvSpPr>
                  <p:cNvPr id="16544" name="WordArt 169"/>
                  <p:cNvSpPr>
                    <a:spLocks noTextEdit="1"/>
                  </p:cNvSpPr>
                  <p:nvPr/>
                </p:nvSpPr>
                <p:spPr>
                  <a:xfrm>
                    <a:off x="2064" y="1894"/>
                    <a:ext cx="125" cy="172"/>
                  </a:xfrm>
                  <a:prstGeom prst="rect">
                    <a:avLst/>
                  </a:prstGeom>
                </p:spPr>
                <p:txBody>
                  <a:bodyPr wrap="none" fromWordArt="1">
                    <a:prstTxWarp prst="textPlain">
                      <a:avLst>
                        <a:gd name="adj" fmla="val 50000"/>
                      </a:avLst>
                    </a:prstTxWarp>
                    <a:normAutofit/>
                  </a:bodyPr>
                  <a:p>
                    <a:pPr algn="ctr"/>
                    <a:r>
                      <a:rPr lang="zh-CN" altLang="en-US" sz="3600">
                        <a:ln w="9525" cap="flat" cmpd="sng">
                          <a:solidFill>
                            <a:srgbClr val="000000"/>
                          </a:solidFill>
                          <a:prstDash val="solid"/>
                          <a:round/>
                          <a:headEnd type="none" w="med" len="med"/>
                          <a:tailEnd type="none" w="med" len="med"/>
                        </a:ln>
                        <a:solidFill>
                          <a:schemeClr val="tx1"/>
                        </a:solidFill>
                        <a:latin typeface="Symbol" panose="05050102010706020507" charset="0"/>
                        <a:ea typeface="Symbol" panose="05050102010706020507" charset="0"/>
                      </a:rPr>
                      <a:t>l</a:t>
                    </a:r>
                    <a:endParaRPr lang="zh-CN" altLang="en-US" sz="3600">
                      <a:ln w="9525" cap="flat" cmpd="sng">
                        <a:solidFill>
                          <a:srgbClr val="000000"/>
                        </a:solidFill>
                        <a:prstDash val="solid"/>
                        <a:round/>
                        <a:headEnd type="none" w="med" len="med"/>
                        <a:tailEnd type="none" w="med" len="med"/>
                      </a:ln>
                      <a:solidFill>
                        <a:schemeClr val="tx1"/>
                      </a:solidFill>
                      <a:latin typeface="Symbol" panose="05050102010706020507" charset="0"/>
                      <a:ea typeface="Symbol" panose="05050102010706020507" charset="0"/>
                    </a:endParaRPr>
                  </a:p>
                </p:txBody>
              </p:sp>
              <p:sp>
                <p:nvSpPr>
                  <p:cNvPr id="16545" name="WordArt 170"/>
                  <p:cNvSpPr>
                    <a:spLocks noTextEdit="1"/>
                  </p:cNvSpPr>
                  <p:nvPr/>
                </p:nvSpPr>
                <p:spPr>
                  <a:xfrm>
                    <a:off x="2300" y="1919"/>
                    <a:ext cx="91" cy="129"/>
                  </a:xfrm>
                  <a:prstGeom prst="rect">
                    <a:avLst/>
                  </a:prstGeom>
                </p:spPr>
                <p:txBody>
                  <a:bodyPr wrap="none" fromWordArt="1">
                    <a:prstTxWarp prst="textPlain">
                      <a:avLst>
                        <a:gd name="adj" fmla="val 50000"/>
                      </a:avLst>
                    </a:prstTxWarp>
                    <a:normAutofit/>
                  </a:bodyPr>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2</a:t>
                    </a:r>
                    <a:endPar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sp>
                <p:nvSpPr>
                  <p:cNvPr id="16546" name="Line 171"/>
                  <p:cNvSpPr/>
                  <p:nvPr/>
                </p:nvSpPr>
                <p:spPr>
                  <a:xfrm flipH="1">
                    <a:off x="2210" y="1878"/>
                    <a:ext cx="94" cy="190"/>
                  </a:xfrm>
                  <a:prstGeom prst="line">
                    <a:avLst/>
                  </a:prstGeom>
                  <a:ln w="28575" cap="flat" cmpd="sng">
                    <a:solidFill>
                      <a:schemeClr val="tx1"/>
                    </a:solidFill>
                    <a:prstDash val="solid"/>
                    <a:round/>
                    <a:headEnd type="none" w="med" len="med"/>
                    <a:tailEnd type="none" w="med" len="med"/>
                  </a:ln>
                </p:spPr>
              </p:sp>
            </p:grpSp>
          </p:grpSp>
        </p:grpSp>
        <p:sp>
          <p:nvSpPr>
            <p:cNvPr id="16547" name="Oval 172"/>
            <p:cNvSpPr/>
            <p:nvPr/>
          </p:nvSpPr>
          <p:spPr>
            <a:xfrm>
              <a:off x="2465" y="3350"/>
              <a:ext cx="43" cy="44"/>
            </a:xfrm>
            <a:prstGeom prst="ellipse">
              <a:avLst/>
            </a:prstGeom>
            <a:solidFill>
              <a:schemeClr val="bg1"/>
            </a:solidFill>
            <a:ln w="19050" cap="flat" cmpd="sng">
              <a:solidFill>
                <a:srgbClr val="FF3300"/>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6548" name="Group 173"/>
            <p:cNvGrpSpPr/>
            <p:nvPr/>
          </p:nvGrpSpPr>
          <p:grpSpPr>
            <a:xfrm>
              <a:off x="2410" y="2889"/>
              <a:ext cx="121" cy="53"/>
              <a:chOff x="1260" y="2371"/>
              <a:chExt cx="151" cy="53"/>
            </a:xfrm>
          </p:grpSpPr>
          <p:sp>
            <p:nvSpPr>
              <p:cNvPr id="16549" name="Line 174"/>
              <p:cNvSpPr/>
              <p:nvPr/>
            </p:nvSpPr>
            <p:spPr>
              <a:xfrm>
                <a:off x="1260" y="2371"/>
                <a:ext cx="151" cy="0"/>
              </a:xfrm>
              <a:prstGeom prst="line">
                <a:avLst/>
              </a:prstGeom>
              <a:ln w="38100">
                <a:noFill/>
              </a:ln>
            </p:spPr>
          </p:sp>
          <p:sp>
            <p:nvSpPr>
              <p:cNvPr id="16550" name="Line 175"/>
              <p:cNvSpPr/>
              <p:nvPr/>
            </p:nvSpPr>
            <p:spPr>
              <a:xfrm>
                <a:off x="1260" y="2424"/>
                <a:ext cx="151" cy="0"/>
              </a:xfrm>
              <a:prstGeom prst="line">
                <a:avLst/>
              </a:prstGeom>
              <a:ln w="38100">
                <a:noFill/>
              </a:ln>
            </p:spPr>
          </p:sp>
        </p:grpSp>
        <p:sp>
          <p:nvSpPr>
            <p:cNvPr id="16551" name="Text Box 176"/>
            <p:cNvSpPr txBox="1"/>
            <p:nvPr/>
          </p:nvSpPr>
          <p:spPr>
            <a:xfrm>
              <a:off x="1706" y="2718"/>
              <a:ext cx="358" cy="250"/>
            </a:xfrm>
            <a:prstGeom prst="rect">
              <a:avLst/>
            </a:prstGeom>
            <a:noFill/>
            <a:ln w="9525">
              <a:noFill/>
            </a:ln>
          </p:spPr>
          <p:txBody>
            <a:bodyPr anchor="t">
              <a:spAutoFit/>
            </a:bodyPr>
            <a:p>
              <a:pPr>
                <a:spcBef>
                  <a:spcPct val="50000"/>
                </a:spcBef>
              </a:pPr>
              <a:r>
                <a:rPr lang="en-US" altLang="zh-CN" sz="2000" b="1" dirty="0">
                  <a:solidFill>
                    <a:schemeClr val="accent2"/>
                  </a:solidFill>
                  <a:latin typeface="Times New Roman" panose="02020603050405020304" pitchFamily="18" charset="0"/>
                  <a:ea typeface="华文中宋" panose="02010600040101010101" pitchFamily="2" charset="-122"/>
                </a:rPr>
                <a:t> </a:t>
              </a:r>
              <a:endParaRPr lang="en-US" altLang="zh-CN" sz="2000" b="1" dirty="0">
                <a:solidFill>
                  <a:schemeClr val="accent2"/>
                </a:solidFill>
                <a:latin typeface="Times New Roman" panose="02020603050405020304" pitchFamily="18" charset="0"/>
                <a:ea typeface="华文中宋" panose="02010600040101010101" pitchFamily="2" charset="-122"/>
              </a:endParaRPr>
            </a:p>
          </p:txBody>
        </p:sp>
        <p:sp>
          <p:nvSpPr>
            <p:cNvPr id="16552" name="WordArt 178"/>
            <p:cNvSpPr>
              <a:spLocks noTextEdit="1"/>
            </p:cNvSpPr>
            <p:nvPr/>
          </p:nvSpPr>
          <p:spPr>
            <a:xfrm>
              <a:off x="2862" y="2957"/>
              <a:ext cx="39" cy="66"/>
            </a:xfrm>
            <a:prstGeom prst="rect">
              <a:avLst/>
            </a:prstGeom>
          </p:spPr>
          <p:txBody>
            <a:bodyPr wrap="none" fromWordArt="1">
              <a:prstTxWarp prst="textPlain">
                <a:avLst>
                  <a:gd name="adj" fmla="val 50000"/>
                </a:avLst>
              </a:prstTxWarp>
              <a:normAutofit/>
            </a:bodyPr>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 </a:t>
              </a:r>
              <a:endPar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endParaRPr>
            </a:p>
          </p:txBody>
        </p:sp>
      </p:grpSp>
      <p:sp>
        <p:nvSpPr>
          <p:cNvPr id="6166" name="WordArt 179"/>
          <p:cNvSpPr>
            <a:spLocks noTextEdit="1"/>
          </p:cNvSpPr>
          <p:nvPr/>
        </p:nvSpPr>
        <p:spPr>
          <a:xfrm>
            <a:off x="400050" y="1728788"/>
            <a:ext cx="2314575" cy="295275"/>
          </a:xfrm>
          <a:prstGeom prst="rect">
            <a:avLst/>
          </a:prstGeom>
        </p:spPr>
        <p:txBody>
          <a:bodyPr wrap="none" fromWordArt="1">
            <a:prstTxWarp prst="textPlain">
              <a:avLst>
                <a:gd name="adj" fmla="val 50000"/>
              </a:avLst>
            </a:prstTxWarp>
            <a:normAutofit fontScale="60000"/>
          </a:bodyPr>
          <a:p>
            <a:pPr algn="ctr" eaLnBrk="0" fontAlgn="base" hangingPunct="0"/>
            <a:r>
              <a:rPr lang="zh-CN" altLang="en-US" sz="2000" b="1" strike="noStrike" noProof="1">
                <a:ln w="9525" cap="flat" cmpd="sng">
                  <a:solidFill>
                    <a:schemeClr val="accent2"/>
                  </a:solidFill>
                  <a:prstDash val="solid"/>
                  <a:headEnd type="none" w="med" len="med"/>
                  <a:tailEnd type="none" w="med" len="med"/>
                </a:ln>
                <a:solidFill>
                  <a:schemeClr val="accent2"/>
                </a:solidFill>
                <a:latin typeface="华文中宋" panose="02010600040101010101" pitchFamily="2" charset="-122"/>
                <a:ea typeface="华文中宋" panose="02010600040101010101" pitchFamily="2" charset="-122"/>
                <a:cs typeface="+mn-cs"/>
              </a:rPr>
              <a:t>驻波的特点：</a:t>
            </a:r>
            <a:endParaRPr lang="zh-CN" altLang="en-US" sz="2000" b="1" strike="noStrike" noProof="1">
              <a:ln w="9525" cap="flat" cmpd="sng">
                <a:solidFill>
                  <a:schemeClr val="accent2"/>
                </a:solidFill>
                <a:prstDash val="solid"/>
                <a:headEnd type="none" w="med" len="med"/>
                <a:tailEnd type="none" w="med" len="med"/>
              </a:ln>
              <a:solidFill>
                <a:schemeClr val="accent2"/>
              </a:solidFill>
              <a:latin typeface="华文中宋" panose="02010600040101010101" pitchFamily="2" charset="-122"/>
              <a:ea typeface="华文中宋" panose="02010600040101010101" pitchFamily="2" charset="-122"/>
            </a:endParaRPr>
          </a:p>
        </p:txBody>
      </p:sp>
      <p:grpSp>
        <p:nvGrpSpPr>
          <p:cNvPr id="16554" name="Group 180"/>
          <p:cNvGrpSpPr/>
          <p:nvPr/>
        </p:nvGrpSpPr>
        <p:grpSpPr>
          <a:xfrm>
            <a:off x="2487613" y="3508375"/>
            <a:ext cx="4710112" cy="782638"/>
            <a:chOff x="1328" y="2269"/>
            <a:chExt cx="3094" cy="390"/>
          </a:xfrm>
        </p:grpSpPr>
        <p:sp>
          <p:nvSpPr>
            <p:cNvPr id="16555" name="Rectangle 181"/>
            <p:cNvSpPr/>
            <p:nvPr/>
          </p:nvSpPr>
          <p:spPr>
            <a:xfrm>
              <a:off x="1328" y="2269"/>
              <a:ext cx="3094" cy="390"/>
            </a:xfrm>
            <a:prstGeom prst="rect">
              <a:avLst/>
            </a:prstGeom>
            <a:solidFill>
              <a:srgbClr val="FFFFCC"/>
            </a:solidFill>
            <a:ln w="57150" cap="flat" cmpd="sng">
              <a:solidFill>
                <a:srgbClr val="FF9900"/>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6556" name="Group 182"/>
            <p:cNvGrpSpPr/>
            <p:nvPr/>
          </p:nvGrpSpPr>
          <p:grpSpPr>
            <a:xfrm>
              <a:off x="1399" y="2269"/>
              <a:ext cx="2933" cy="390"/>
              <a:chOff x="1073" y="2450"/>
              <a:chExt cx="2933" cy="390"/>
            </a:xfrm>
          </p:grpSpPr>
          <p:sp>
            <p:nvSpPr>
              <p:cNvPr id="16557" name="WordArt 183"/>
              <p:cNvSpPr>
                <a:spLocks noTextEdit="1"/>
              </p:cNvSpPr>
              <p:nvPr/>
            </p:nvSpPr>
            <p:spPr>
              <a:xfrm>
                <a:off x="1073" y="2523"/>
                <a:ext cx="2442" cy="222"/>
              </a:xfrm>
              <a:prstGeom prst="rect">
                <a:avLst/>
              </a:prstGeom>
            </p:spPr>
            <p:txBody>
              <a:bodyPr wrap="none" fromWordArt="1">
                <a:prstTxWarp prst="textPlain">
                  <a:avLst>
                    <a:gd name="adj" fmla="val 50000"/>
                  </a:avLst>
                </a:prstTxWarp>
                <a:normAutofit/>
              </a:bodyPr>
              <a:p>
                <a:pPr algn="ctr"/>
                <a:r>
                  <a:rPr lang="zh-CN" altLang="en-US" sz="28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相邻两个    的距离等于</a:t>
                </a:r>
                <a:endParaRPr lang="zh-CN" altLang="en-US" sz="28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endParaRPr>
              </a:p>
            </p:txBody>
          </p:sp>
          <p:sp>
            <p:nvSpPr>
              <p:cNvPr id="16558" name="WordArt 184"/>
              <p:cNvSpPr>
                <a:spLocks noTextEdit="1"/>
              </p:cNvSpPr>
              <p:nvPr/>
            </p:nvSpPr>
            <p:spPr>
              <a:xfrm>
                <a:off x="3689" y="2709"/>
                <a:ext cx="188" cy="131"/>
              </a:xfrm>
              <a:prstGeom prst="rect">
                <a:avLst/>
              </a:prstGeom>
            </p:spPr>
            <p:txBody>
              <a:bodyPr wrap="none" fromWordArt="1">
                <a:prstTxWarp prst="textPlain">
                  <a:avLst>
                    <a:gd name="adj" fmla="val 50000"/>
                  </a:avLst>
                </a:prstTxWarp>
                <a:normAutofit/>
              </a:bodyPr>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2</a:t>
                </a:r>
                <a:endPar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endParaRPr>
              </a:p>
            </p:txBody>
          </p:sp>
          <p:sp>
            <p:nvSpPr>
              <p:cNvPr id="16559" name="WordArt 185"/>
              <p:cNvSpPr>
                <a:spLocks noTextEdit="1"/>
              </p:cNvSpPr>
              <p:nvPr/>
            </p:nvSpPr>
            <p:spPr>
              <a:xfrm>
                <a:off x="3569" y="2450"/>
                <a:ext cx="437" cy="155"/>
              </a:xfrm>
              <a:prstGeom prst="rect">
                <a:avLst/>
              </a:prstGeom>
            </p:spPr>
            <p:txBody>
              <a:bodyPr wrap="none" fromWordArt="1">
                <a:prstTxWarp prst="textPlain">
                  <a:avLst>
                    <a:gd name="adj" fmla="val 59917"/>
                  </a:avLst>
                </a:prstTxWarp>
                <a:normAutofit/>
              </a:bodyPr>
              <a:p>
                <a:pPr algn="ctr"/>
                <a:r>
                  <a:rPr lang="zh-CN" altLang="en-US" sz="3600" i="1">
                    <a:ln w="9525"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l</a:t>
                </a:r>
                <a:endParaRPr lang="zh-CN" altLang="en-US" sz="3600" i="1">
                  <a:ln w="9525"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endParaRPr>
              </a:p>
            </p:txBody>
          </p:sp>
          <p:sp>
            <p:nvSpPr>
              <p:cNvPr id="16560" name="Line 186"/>
              <p:cNvSpPr/>
              <p:nvPr/>
            </p:nvSpPr>
            <p:spPr>
              <a:xfrm>
                <a:off x="3560" y="2647"/>
                <a:ext cx="446" cy="9"/>
              </a:xfrm>
              <a:prstGeom prst="line">
                <a:avLst/>
              </a:prstGeom>
              <a:ln w="57150" cap="flat" cmpd="sng">
                <a:solidFill>
                  <a:schemeClr val="tx1"/>
                </a:solidFill>
                <a:prstDash val="solid"/>
                <a:round/>
                <a:headEnd type="none" w="med" len="med"/>
                <a:tailEnd type="none" w="med" len="med"/>
              </a:ln>
            </p:spPr>
          </p:sp>
          <p:sp>
            <p:nvSpPr>
              <p:cNvPr id="16561" name="WordArt 187"/>
              <p:cNvSpPr>
                <a:spLocks noTextEdit="1"/>
              </p:cNvSpPr>
              <p:nvPr/>
            </p:nvSpPr>
            <p:spPr>
              <a:xfrm>
                <a:off x="1959" y="2523"/>
                <a:ext cx="444" cy="222"/>
              </a:xfrm>
              <a:prstGeom prst="rect">
                <a:avLst/>
              </a:prstGeom>
            </p:spPr>
            <p:txBody>
              <a:bodyPr wrap="none" fromWordArt="1">
                <a:prstTxWarp prst="textPlain">
                  <a:avLst>
                    <a:gd name="adj" fmla="val 50000"/>
                  </a:avLst>
                </a:prstTxWarp>
                <a:normAutofit/>
              </a:bodyPr>
              <a:p>
                <a:pPr algn="ctr"/>
                <a:r>
                  <a:rPr lang="zh-CN" altLang="en-US" sz="2800">
                    <a:ln w="9525" cap="flat" cmpd="sng">
                      <a:solidFill>
                        <a:srgbClr val="FF6600"/>
                      </a:solidFill>
                      <a:prstDash val="solid"/>
                      <a:round/>
                      <a:headEnd type="none" w="med" len="med"/>
                      <a:tailEnd type="none" w="med" len="med"/>
                    </a:ln>
                    <a:solidFill>
                      <a:srgbClr val="FF6600"/>
                    </a:solidFill>
                    <a:latin typeface="宋体" panose="02010600030101010101" pitchFamily="2" charset="-122"/>
                    <a:ea typeface="宋体" panose="02010600030101010101" pitchFamily="2" charset="-122"/>
                  </a:rPr>
                  <a:t>波节</a:t>
                </a:r>
                <a:endParaRPr lang="zh-CN" altLang="en-US" sz="2800">
                  <a:ln w="9525" cap="flat" cmpd="sng">
                    <a:solidFill>
                      <a:srgbClr val="FF6600"/>
                    </a:solidFill>
                    <a:prstDash val="solid"/>
                    <a:round/>
                    <a:headEnd type="none" w="med" len="med"/>
                    <a:tailEnd type="none" w="med" len="med"/>
                  </a:ln>
                  <a:solidFill>
                    <a:srgbClr val="FF6600"/>
                  </a:solidFill>
                  <a:latin typeface="宋体" panose="02010600030101010101" pitchFamily="2" charset="-122"/>
                  <a:ea typeface="宋体" panose="02010600030101010101" pitchFamily="2" charset="-122"/>
                </a:endParaRPr>
              </a:p>
            </p:txBody>
          </p:sp>
        </p:grpSp>
      </p:grpSp>
      <p:sp>
        <p:nvSpPr>
          <p:cNvPr id="16562" name="标题 52275"/>
          <p:cNvSpPr>
            <a:spLocks noGrp="1"/>
          </p:cNvSpPr>
          <p:nvPr/>
        </p:nvSpPr>
        <p:spPr>
          <a:xfrm>
            <a:off x="280988" y="84138"/>
            <a:ext cx="6718300" cy="755650"/>
          </a:xfrm>
          <a:prstGeom prst="rect">
            <a:avLst/>
          </a:prstGeom>
          <a:noFill/>
          <a:ln w="9525">
            <a:noFill/>
          </a:ln>
        </p:spPr>
        <p:txBody>
          <a:bodyPr anchor="b"/>
          <a:p>
            <a:pPr eaLnBrk="0" hangingPunct="0">
              <a:buClr>
                <a:schemeClr val="bg1"/>
              </a:buClr>
            </a:pPr>
            <a:r>
              <a:rPr lang="zh-CN" altLang="en-US" sz="3200" b="1" dirty="0">
                <a:latin typeface="Times New Roman" panose="02020603050405020304" pitchFamily="18" charset="0"/>
                <a:ea typeface="宋体" panose="02010600030101010101" pitchFamily="2" charset="-122"/>
              </a:rPr>
              <a:t>一、 实 验 原 理</a:t>
            </a:r>
            <a:r>
              <a:rPr lang="zh-CN" altLang="en-US" sz="3200" b="1" dirty="0">
                <a:latin typeface="Times New Roman" panose="02020603050405020304" pitchFamily="18" charset="0"/>
                <a:ea typeface="宋体" panose="02010600030101010101" pitchFamily="2" charset="-122"/>
                <a:sym typeface="宋体" panose="02010600030101010101" pitchFamily="2" charset="-122"/>
              </a:rPr>
              <a:t>（驻波法）</a:t>
            </a:r>
            <a:endParaRPr lang="zh-CN" altLang="en-US" sz="3200" b="1" dirty="0">
              <a:latin typeface="Times New Roman" panose="02020603050405020304" pitchFamily="18" charset="0"/>
              <a:ea typeface="宋体" panose="02010600030101010101" pitchFamily="2" charset="-122"/>
            </a:endParaRPr>
          </a:p>
        </p:txBody>
      </p:sp>
      <p:sp>
        <p:nvSpPr>
          <p:cNvPr id="16563" name="流程图: 可选过程 55302"/>
          <p:cNvSpPr/>
          <p:nvPr/>
        </p:nvSpPr>
        <p:spPr>
          <a:xfrm>
            <a:off x="609600" y="1089025"/>
            <a:ext cx="4114800" cy="115888"/>
          </a:xfrm>
          <a:prstGeom prst="flowChartAlternateProcess">
            <a:avLst/>
          </a:prstGeom>
          <a:gradFill rotWithShape="0">
            <a:gsLst>
              <a:gs pos="0">
                <a:srgbClr val="005CBF">
                  <a:alpha val="100000"/>
                </a:srgbClr>
              </a:gs>
              <a:gs pos="25000">
                <a:srgbClr val="0087E6">
                  <a:alpha val="100000"/>
                </a:srgbClr>
              </a:gs>
              <a:gs pos="75000">
                <a:srgbClr val="21D6E0">
                  <a:alpha val="100000"/>
                </a:srgbClr>
              </a:gs>
              <a:gs pos="100000">
                <a:srgbClr val="03D4A8">
                  <a:alpha val="100000"/>
                </a:srgbClr>
              </a:gs>
            </a:gsLst>
            <a:lin ang="0" scaled="1"/>
            <a:tileRect/>
          </a:gradFill>
          <a:ln w="9525">
            <a:noFill/>
          </a:ln>
        </p:spPr>
        <p:txBody>
          <a:bodyPr anchor="t"/>
          <a:p>
            <a:endParaRPr lang="zh-CN" altLang="en-US">
              <a:latin typeface="Arial" panose="020B0604020202020204" pitchFamily="34" charset="0"/>
              <a:ea typeface="宋体" panose="02010600030101010101" pitchFamily="2" charset="-122"/>
            </a:endParaRPr>
          </a:p>
        </p:txBody>
      </p:sp>
      <p:sp>
        <p:nvSpPr>
          <p:cNvPr id="16564" name="任意多边形 54284"/>
          <p:cNvSpPr/>
          <p:nvPr/>
        </p:nvSpPr>
        <p:spPr>
          <a:xfrm rot="5400000">
            <a:off x="2111375" y="2328863"/>
            <a:ext cx="1143000" cy="568325"/>
          </a:xfrm>
          <a:custGeom>
            <a:avLst/>
            <a:gdLst/>
            <a:ahLst/>
            <a:cxnLst/>
            <a:pathLst>
              <a:path w="720" h="358">
                <a:moveTo>
                  <a:pt x="240" y="166"/>
                </a:moveTo>
                <a:lnTo>
                  <a:pt x="240" y="358"/>
                </a:lnTo>
                <a:lnTo>
                  <a:pt x="432" y="358"/>
                </a:lnTo>
                <a:lnTo>
                  <a:pt x="432" y="166"/>
                </a:lnTo>
                <a:lnTo>
                  <a:pt x="720" y="0"/>
                </a:lnTo>
                <a:lnTo>
                  <a:pt x="0" y="0"/>
                </a:lnTo>
                <a:lnTo>
                  <a:pt x="240" y="166"/>
                </a:lnTo>
                <a:close/>
              </a:path>
            </a:pathLst>
          </a:custGeom>
          <a:solidFill>
            <a:srgbClr val="FFCC99"/>
          </a:solidFill>
          <a:ln w="9525" cap="flat" cmpd="sng">
            <a:solidFill>
              <a:schemeClr val="tx1"/>
            </a:solidFill>
            <a:prstDash val="solid"/>
            <a:round/>
            <a:headEnd type="none" w="med" len="med"/>
            <a:tailEnd type="none" w="med" len="med"/>
          </a:ln>
        </p:spPr>
        <p:txBody>
          <a:bodyPr/>
          <a:p>
            <a:endParaRPr lang="zh-CN" altLang="en-US"/>
          </a:p>
        </p:txBody>
      </p:sp>
      <p:sp>
        <p:nvSpPr>
          <p:cNvPr id="16565" name="任意多边形 54285"/>
          <p:cNvSpPr/>
          <p:nvPr/>
        </p:nvSpPr>
        <p:spPr>
          <a:xfrm rot="-5400000" flipH="1">
            <a:off x="6746875" y="2273300"/>
            <a:ext cx="1143000" cy="568325"/>
          </a:xfrm>
          <a:custGeom>
            <a:avLst/>
            <a:gdLst/>
            <a:ahLst/>
            <a:cxnLst/>
            <a:pathLst>
              <a:path w="720" h="358">
                <a:moveTo>
                  <a:pt x="240" y="166"/>
                </a:moveTo>
                <a:lnTo>
                  <a:pt x="240" y="358"/>
                </a:lnTo>
                <a:lnTo>
                  <a:pt x="432" y="358"/>
                </a:lnTo>
                <a:lnTo>
                  <a:pt x="432" y="166"/>
                </a:lnTo>
                <a:lnTo>
                  <a:pt x="720" y="0"/>
                </a:lnTo>
                <a:lnTo>
                  <a:pt x="0" y="0"/>
                </a:lnTo>
                <a:lnTo>
                  <a:pt x="240" y="166"/>
                </a:lnTo>
                <a:close/>
              </a:path>
            </a:pathLst>
          </a:custGeom>
          <a:solidFill>
            <a:srgbClr val="FFCC99"/>
          </a:solidFill>
          <a:ln w="9525" cap="flat" cmpd="sng">
            <a:solidFill>
              <a:schemeClr val="tx1"/>
            </a:solidFill>
            <a:prstDash val="solid"/>
            <a:round/>
            <a:headEnd type="none" w="med" len="med"/>
            <a:tailEnd type="none" w="med" len="med"/>
          </a:ln>
        </p:spPr>
        <p:txBody>
          <a:bodyPr/>
          <a:p>
            <a:endParaRPr lang="zh-CN" altLang="en-US"/>
          </a:p>
        </p:txBody>
      </p:sp>
      <p:sp useBgFill="1">
        <p:nvSpPr>
          <p:cNvPr id="19622" name="椭圆形标注 54328"/>
          <p:cNvSpPr/>
          <p:nvPr/>
        </p:nvSpPr>
        <p:spPr>
          <a:xfrm>
            <a:off x="5116513" y="1265238"/>
            <a:ext cx="1512888" cy="515938"/>
          </a:xfrm>
          <a:prstGeom prst="wedgeEllipseCallout">
            <a:avLst>
              <a:gd name="adj1" fmla="val -13737"/>
              <a:gd name="adj2" fmla="val 176030"/>
            </a:avLst>
          </a:prstGeom>
          <a:ln w="9525" cap="flat" cmpd="sng">
            <a:solidFill>
              <a:schemeClr val="tx1"/>
            </a:solidFill>
            <a:prstDash val="solid"/>
            <a:miter/>
            <a:headEnd type="none" w="med" len="med"/>
            <a:tailEnd type="none" w="med" len="med"/>
          </a:ln>
        </p:spPr>
        <p:txBody>
          <a:bodyPr lIns="36000" tIns="36000" rIns="36000" bIns="36000" anchor="ctr"/>
          <a:p>
            <a:pPr algn="ctr" fontAlgn="base"/>
            <a:r>
              <a:rPr lang="zh-CN" altLang="en-US" b="1" strike="noStrike" noProof="1"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宋体" panose="02010600030101010101" pitchFamily="2" charset="-122"/>
                <a:cs typeface="+mn-cs"/>
              </a:rPr>
              <a:t>波节</a:t>
            </a:r>
            <a:endParaRPr lang="zh-CN" altLang="en-US" b="1" strike="noStrike" noProof="1"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宋体" panose="02010600030101010101" pitchFamily="2" charset="-122"/>
            </a:endParaRPr>
          </a:p>
        </p:txBody>
      </p:sp>
      <p:sp useBgFill="1">
        <p:nvSpPr>
          <p:cNvPr id="16567" name="椭圆形标注 54328"/>
          <p:cNvSpPr/>
          <p:nvPr/>
        </p:nvSpPr>
        <p:spPr>
          <a:xfrm>
            <a:off x="2911475" y="1265238"/>
            <a:ext cx="1397000" cy="515937"/>
          </a:xfrm>
          <a:prstGeom prst="wedgeEllipseCallout">
            <a:avLst>
              <a:gd name="adj1" fmla="val 1023"/>
              <a:gd name="adj2" fmla="val 118843"/>
            </a:avLst>
          </a:prstGeom>
          <a:ln w="9525" cap="flat" cmpd="sng">
            <a:solidFill>
              <a:schemeClr val="tx1"/>
            </a:solidFill>
            <a:prstDash val="solid"/>
            <a:miter/>
            <a:headEnd type="none" w="med" len="med"/>
            <a:tailEnd type="none" w="med" len="med"/>
          </a:ln>
        </p:spPr>
        <p:txBody>
          <a:bodyPr lIns="36000" tIns="36000" rIns="36000" bIns="36000" anchor="ctr"/>
          <a:p>
            <a:pPr algn="ctr"/>
            <a:r>
              <a:rPr lang="zh-CN" altLang="en-US" b="1" dirty="0">
                <a:latin typeface="Times New Roman" panose="02020603050405020304" pitchFamily="18" charset="0"/>
                <a:ea typeface="宋体" panose="02010600030101010101" pitchFamily="2" charset="-122"/>
              </a:rPr>
              <a:t>波腹</a:t>
            </a:r>
            <a:endParaRPr lang="en-US" altLang="zh-CN" b="1" dirty="0">
              <a:latin typeface="Times New Roman" panose="02020603050405020304" pitchFamily="18" charset="0"/>
              <a:ea typeface="宋体" panose="02010600030101010101" pitchFamily="2" charset="-122"/>
            </a:endParaRPr>
          </a:p>
        </p:txBody>
      </p:sp>
      <p:graphicFrame>
        <p:nvGraphicFramePr>
          <p:cNvPr id="16568" name="对象 158728"/>
          <p:cNvGraphicFramePr/>
          <p:nvPr/>
        </p:nvGraphicFramePr>
        <p:xfrm>
          <a:off x="2354263" y="4291013"/>
          <a:ext cx="3854450" cy="942975"/>
        </p:xfrm>
        <a:graphic>
          <a:graphicData uri="http://schemas.openxmlformats.org/presentationml/2006/ole">
            <mc:AlternateContent xmlns:mc="http://schemas.openxmlformats.org/markup-compatibility/2006">
              <mc:Choice xmlns:v="urn:schemas-microsoft-com:vml" Requires="v">
                <p:oleObj spid="_x0000_s3080" name="" r:id="rId1" imgW="1498600" imgH="393700" progId="Equation.3">
                  <p:embed/>
                </p:oleObj>
              </mc:Choice>
              <mc:Fallback>
                <p:oleObj name="" r:id="rId1" imgW="1498600" imgH="393700" progId="Equation.3">
                  <p:embed/>
                  <p:pic>
                    <p:nvPicPr>
                      <p:cNvPr id="0" name="图片 3079"/>
                      <p:cNvPicPr/>
                      <p:nvPr/>
                    </p:nvPicPr>
                    <p:blipFill>
                      <a:blip r:embed="rId2"/>
                      <a:stretch>
                        <a:fillRect/>
                      </a:stretch>
                    </p:blipFill>
                    <p:spPr>
                      <a:xfrm>
                        <a:off x="2354263" y="4291013"/>
                        <a:ext cx="3854450" cy="942975"/>
                      </a:xfrm>
                      <a:prstGeom prst="rect">
                        <a:avLst/>
                      </a:prstGeom>
                      <a:noFill/>
                      <a:ln w="38100">
                        <a:noFill/>
                        <a:miter/>
                      </a:ln>
                    </p:spPr>
                  </p:pic>
                </p:oleObj>
              </mc:Fallback>
            </mc:AlternateContent>
          </a:graphicData>
        </a:graphic>
      </p:graphicFrame>
      <p:sp>
        <p:nvSpPr>
          <p:cNvPr id="16569" name="文本框 55305"/>
          <p:cNvSpPr txBox="1"/>
          <p:nvPr/>
        </p:nvSpPr>
        <p:spPr>
          <a:xfrm>
            <a:off x="1289050" y="6408738"/>
            <a:ext cx="6096000" cy="460375"/>
          </a:xfrm>
          <a:prstGeom prst="rect">
            <a:avLst/>
          </a:prstGeom>
          <a:noFill/>
          <a:ln w="9525">
            <a:noFill/>
          </a:ln>
        </p:spPr>
        <p:txBody>
          <a:bodyPr anchor="t">
            <a:spAutoFit/>
          </a:bodyPr>
          <a:p>
            <a:pPr algn="ctr">
              <a:spcBef>
                <a:spcPct val="50000"/>
              </a:spcBef>
            </a:pPr>
            <a:r>
              <a:rPr lang="zh-CN" altLang="en-US" sz="2400" b="1" dirty="0">
                <a:latin typeface="仿宋" panose="02010609060101010101" charset="-122"/>
                <a:ea typeface="仿宋" panose="02010609060101010101" charset="-122"/>
              </a:rPr>
              <a:t>结论：每两个相临波腹（波节）间的距离为</a:t>
            </a:r>
            <a:endParaRPr lang="zh-CN" altLang="en-US" sz="2400" b="1" dirty="0">
              <a:latin typeface="仿宋" panose="02010609060101010101" charset="-122"/>
              <a:ea typeface="仿宋" panose="02010609060101010101" charset="-122"/>
            </a:endParaRPr>
          </a:p>
        </p:txBody>
      </p:sp>
      <p:graphicFrame>
        <p:nvGraphicFramePr>
          <p:cNvPr id="16570" name="对象 55309"/>
          <p:cNvGraphicFramePr/>
          <p:nvPr/>
        </p:nvGraphicFramePr>
        <p:xfrm>
          <a:off x="7275513" y="6367463"/>
          <a:ext cx="463550" cy="542925"/>
        </p:xfrm>
        <a:graphic>
          <a:graphicData uri="http://schemas.openxmlformats.org/presentationml/2006/ole">
            <mc:AlternateContent xmlns:mc="http://schemas.openxmlformats.org/markup-compatibility/2006">
              <mc:Choice xmlns:v="urn:schemas-microsoft-com:vml" Requires="v">
                <p:oleObj spid="_x0000_s3083" name="" r:id="rId3" imgW="241300" imgH="304800" progId="Equation.3">
                  <p:embed/>
                </p:oleObj>
              </mc:Choice>
              <mc:Fallback>
                <p:oleObj name="" r:id="rId3" imgW="241300" imgH="304800" progId="Equation.3">
                  <p:embed/>
                  <p:pic>
                    <p:nvPicPr>
                      <p:cNvPr id="0" name="图片 3082"/>
                      <p:cNvPicPr/>
                      <p:nvPr/>
                    </p:nvPicPr>
                    <p:blipFill>
                      <a:blip r:embed="rId4"/>
                      <a:stretch>
                        <a:fillRect/>
                      </a:stretch>
                    </p:blipFill>
                    <p:spPr>
                      <a:xfrm>
                        <a:off x="7275513" y="6367463"/>
                        <a:ext cx="463550" cy="542925"/>
                      </a:xfrm>
                      <a:prstGeom prst="rect">
                        <a:avLst/>
                      </a:prstGeom>
                      <a:noFill/>
                      <a:ln w="38100">
                        <a:noFill/>
                        <a:miter/>
                      </a:ln>
                    </p:spPr>
                  </p:pic>
                </p:oleObj>
              </mc:Fallback>
            </mc:AlternateContent>
          </a:graphicData>
        </a:graphic>
      </p:graphicFrame>
      <p:graphicFrame>
        <p:nvGraphicFramePr>
          <p:cNvPr id="16571" name="对象 -2147482518"/>
          <p:cNvGraphicFramePr>
            <a:graphicFrameLocks noChangeAspect="1"/>
          </p:cNvGraphicFramePr>
          <p:nvPr/>
        </p:nvGraphicFramePr>
        <p:xfrm>
          <a:off x="1697038" y="4987925"/>
          <a:ext cx="2514600" cy="714375"/>
        </p:xfrm>
        <a:graphic>
          <a:graphicData uri="http://schemas.openxmlformats.org/presentationml/2006/ole">
            <mc:AlternateContent xmlns:mc="http://schemas.openxmlformats.org/markup-compatibility/2006">
              <mc:Choice xmlns:v="urn:schemas-microsoft-com:vml" Requires="v">
                <p:oleObj spid="_x0000_s3077" name="" r:id="rId5" imgW="1384300" imgH="393700" progId="Equation.3">
                  <p:embed/>
                </p:oleObj>
              </mc:Choice>
              <mc:Fallback>
                <p:oleObj name="" r:id="rId5" imgW="1384300" imgH="393700" progId="Equation.3">
                  <p:embed/>
                  <p:pic>
                    <p:nvPicPr>
                      <p:cNvPr id="0" name="图片 3076"/>
                      <p:cNvPicPr/>
                      <p:nvPr/>
                    </p:nvPicPr>
                    <p:blipFill>
                      <a:blip r:embed="rId6"/>
                      <a:stretch>
                        <a:fillRect/>
                      </a:stretch>
                    </p:blipFill>
                    <p:spPr>
                      <a:xfrm>
                        <a:off x="1697038" y="4987925"/>
                        <a:ext cx="2514600" cy="714375"/>
                      </a:xfrm>
                      <a:prstGeom prst="rect">
                        <a:avLst/>
                      </a:prstGeom>
                      <a:noFill/>
                      <a:ln w="38100">
                        <a:noFill/>
                        <a:miter/>
                      </a:ln>
                    </p:spPr>
                  </p:pic>
                </p:oleObj>
              </mc:Fallback>
            </mc:AlternateContent>
          </a:graphicData>
        </a:graphic>
      </p:graphicFrame>
      <p:graphicFrame>
        <p:nvGraphicFramePr>
          <p:cNvPr id="16572" name="对象 -2147482584"/>
          <p:cNvGraphicFramePr>
            <a:graphicFrameLocks noChangeAspect="1"/>
          </p:cNvGraphicFramePr>
          <p:nvPr/>
        </p:nvGraphicFramePr>
        <p:xfrm>
          <a:off x="4735513" y="4987925"/>
          <a:ext cx="1476375" cy="728663"/>
        </p:xfrm>
        <a:graphic>
          <a:graphicData uri="http://schemas.openxmlformats.org/presentationml/2006/ole">
            <mc:AlternateContent xmlns:mc="http://schemas.openxmlformats.org/markup-compatibility/2006">
              <mc:Choice xmlns:v="urn:schemas-microsoft-com:vml" Requires="v">
                <p:oleObj spid="_x0000_s3078" name="" r:id="rId7" imgW="850265" imgH="419100" progId="Equation.3">
                  <p:embed/>
                </p:oleObj>
              </mc:Choice>
              <mc:Fallback>
                <p:oleObj name="" r:id="rId7" imgW="850265" imgH="419100" progId="Equation.3">
                  <p:embed/>
                  <p:pic>
                    <p:nvPicPr>
                      <p:cNvPr id="0" name="图片 3077"/>
                      <p:cNvPicPr/>
                      <p:nvPr/>
                    </p:nvPicPr>
                    <p:blipFill>
                      <a:blip r:embed="rId8"/>
                      <a:stretch>
                        <a:fillRect/>
                      </a:stretch>
                    </p:blipFill>
                    <p:spPr>
                      <a:xfrm>
                        <a:off x="4735513" y="4987925"/>
                        <a:ext cx="1476375" cy="728663"/>
                      </a:xfrm>
                      <a:prstGeom prst="rect">
                        <a:avLst/>
                      </a:prstGeom>
                      <a:noFill/>
                      <a:ln w="38100">
                        <a:noFill/>
                        <a:miter/>
                      </a:ln>
                    </p:spPr>
                  </p:pic>
                </p:oleObj>
              </mc:Fallback>
            </mc:AlternateContent>
          </a:graphicData>
        </a:graphic>
      </p:graphicFrame>
      <p:graphicFrame>
        <p:nvGraphicFramePr>
          <p:cNvPr id="16573" name="对象 -2147482518"/>
          <p:cNvGraphicFramePr>
            <a:graphicFrameLocks noChangeAspect="1"/>
          </p:cNvGraphicFramePr>
          <p:nvPr/>
        </p:nvGraphicFramePr>
        <p:xfrm>
          <a:off x="1793875" y="5584825"/>
          <a:ext cx="1868488" cy="714375"/>
        </p:xfrm>
        <a:graphic>
          <a:graphicData uri="http://schemas.openxmlformats.org/presentationml/2006/ole">
            <mc:AlternateContent xmlns:mc="http://schemas.openxmlformats.org/markup-compatibility/2006">
              <mc:Choice xmlns:v="urn:schemas-microsoft-com:vml" Requires="v">
                <p:oleObj spid="_x0000_s3079" name="" r:id="rId9" imgW="1028700" imgH="393700" progId="Equation.3">
                  <p:embed/>
                </p:oleObj>
              </mc:Choice>
              <mc:Fallback>
                <p:oleObj name="" r:id="rId9" imgW="1028700" imgH="393700" progId="Equation.3">
                  <p:embed/>
                  <p:pic>
                    <p:nvPicPr>
                      <p:cNvPr id="0" name="图片 3078"/>
                      <p:cNvPicPr/>
                      <p:nvPr/>
                    </p:nvPicPr>
                    <p:blipFill>
                      <a:blip r:embed="rId10"/>
                      <a:stretch>
                        <a:fillRect/>
                      </a:stretch>
                    </p:blipFill>
                    <p:spPr>
                      <a:xfrm>
                        <a:off x="1793875" y="5584825"/>
                        <a:ext cx="1868488" cy="714375"/>
                      </a:xfrm>
                      <a:prstGeom prst="rect">
                        <a:avLst/>
                      </a:prstGeom>
                      <a:noFill/>
                      <a:ln w="38100">
                        <a:noFill/>
                        <a:miter/>
                      </a:ln>
                    </p:spPr>
                  </p:pic>
                </p:oleObj>
              </mc:Fallback>
            </mc:AlternateContent>
          </a:graphicData>
        </a:graphic>
      </p:graphicFrame>
      <p:graphicFrame>
        <p:nvGraphicFramePr>
          <p:cNvPr id="16574" name="对象 -2147482584"/>
          <p:cNvGraphicFramePr>
            <a:graphicFrameLocks noChangeAspect="1"/>
          </p:cNvGraphicFramePr>
          <p:nvPr/>
        </p:nvGraphicFramePr>
        <p:xfrm>
          <a:off x="4756150" y="5645150"/>
          <a:ext cx="1412875" cy="750888"/>
        </p:xfrm>
        <a:graphic>
          <a:graphicData uri="http://schemas.openxmlformats.org/presentationml/2006/ole">
            <mc:AlternateContent xmlns:mc="http://schemas.openxmlformats.org/markup-compatibility/2006">
              <mc:Choice xmlns:v="urn:schemas-microsoft-com:vml" Requires="v">
                <p:oleObj spid="_x0000_s3090" name="" r:id="rId11" imgW="812800" imgH="431800" progId="Equation.3">
                  <p:embed/>
                </p:oleObj>
              </mc:Choice>
              <mc:Fallback>
                <p:oleObj name="" r:id="rId11" imgW="812800" imgH="431800" progId="Equation.3">
                  <p:embed/>
                  <p:pic>
                    <p:nvPicPr>
                      <p:cNvPr id="0" name="图片 3089"/>
                      <p:cNvPicPr/>
                      <p:nvPr/>
                    </p:nvPicPr>
                    <p:blipFill>
                      <a:blip r:embed="rId12"/>
                      <a:stretch>
                        <a:fillRect/>
                      </a:stretch>
                    </p:blipFill>
                    <p:spPr>
                      <a:xfrm>
                        <a:off x="4756150" y="5645150"/>
                        <a:ext cx="1412875" cy="750888"/>
                      </a:xfrm>
                      <a:prstGeom prst="rect">
                        <a:avLst/>
                      </a:prstGeom>
                      <a:noFill/>
                      <a:ln w="38100">
                        <a:noFill/>
                        <a:miter/>
                      </a:ln>
                    </p:spPr>
                  </p:pic>
                </p:oleObj>
              </mc:Fallback>
            </mc:AlternateContent>
          </a:graphicData>
        </a:graphic>
      </p:graphicFrame>
    </p:spTree>
    <p:custDataLst>
      <p:tags r:id="rId1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73444" name="组合 573443"/>
          <p:cNvGrpSpPr/>
          <p:nvPr/>
        </p:nvGrpSpPr>
        <p:grpSpPr>
          <a:xfrm>
            <a:off x="79375" y="2309813"/>
            <a:ext cx="4697413" cy="763587"/>
            <a:chOff x="1460" y="2612"/>
            <a:chExt cx="2959" cy="481"/>
          </a:xfrm>
        </p:grpSpPr>
        <p:sp>
          <p:nvSpPr>
            <p:cNvPr id="24580" name="矩形 573444"/>
            <p:cNvSpPr/>
            <p:nvPr/>
          </p:nvSpPr>
          <p:spPr>
            <a:xfrm>
              <a:off x="1673" y="2612"/>
              <a:ext cx="2501" cy="481"/>
            </a:xfrm>
            <a:prstGeom prst="rect">
              <a:avLst/>
            </a:prstGeom>
            <a:solidFill>
              <a:schemeClr val="bg1"/>
            </a:solidFill>
            <a:ln w="9525" cap="flat" cmpd="sng">
              <a:solidFill>
                <a:schemeClr val="bg1"/>
              </a:solidFill>
              <a:prstDash val="solid"/>
              <a:miter/>
              <a:headEnd type="none" w="med" len="med"/>
              <a:tailEnd type="none" w="med" len="med"/>
            </a:ln>
          </p:spPr>
          <p:txBody>
            <a:bodyPr anchor="t"/>
            <a:p>
              <a:pPr eaLnBrk="0" hangingPunct="0"/>
              <a:endParaRPr lang="zh-CN" altLang="en-US">
                <a:latin typeface="Times New Roman" panose="02020603050405020304" pitchFamily="18" charset="0"/>
                <a:ea typeface="宋体" panose="02010600030101010101" pitchFamily="2" charset="-122"/>
              </a:endParaRPr>
            </a:p>
          </p:txBody>
        </p:sp>
        <p:grpSp>
          <p:nvGrpSpPr>
            <p:cNvPr id="24581" name="组合 573445"/>
            <p:cNvGrpSpPr/>
            <p:nvPr/>
          </p:nvGrpSpPr>
          <p:grpSpPr>
            <a:xfrm>
              <a:off x="1681" y="2648"/>
              <a:ext cx="841" cy="208"/>
              <a:chOff x="2107" y="3500"/>
              <a:chExt cx="841" cy="208"/>
            </a:xfrm>
          </p:grpSpPr>
          <p:sp>
            <p:nvSpPr>
              <p:cNvPr id="24582" name="任意多边形 573446"/>
              <p:cNvSpPr/>
              <p:nvPr/>
            </p:nvSpPr>
            <p:spPr>
              <a:xfrm flipV="1">
                <a:off x="2116" y="3500"/>
                <a:ext cx="828" cy="203"/>
              </a:xfrm>
              <a:custGeom>
                <a:avLst/>
                <a:gdLst/>
                <a:ahLst/>
                <a:cxnLst/>
                <a:pathLst>
                  <a:path w="828" h="203">
                    <a:moveTo>
                      <a:pt x="0" y="3"/>
                    </a:moveTo>
                    <a:cubicBezTo>
                      <a:pt x="138" y="103"/>
                      <a:pt x="276" y="203"/>
                      <a:pt x="414" y="203"/>
                    </a:cubicBezTo>
                    <a:cubicBezTo>
                      <a:pt x="552" y="203"/>
                      <a:pt x="759" y="34"/>
                      <a:pt x="828" y="0"/>
                    </a:cubicBezTo>
                  </a:path>
                </a:pathLst>
              </a:custGeom>
              <a:gradFill rotWithShape="0">
                <a:gsLst>
                  <a:gs pos="0">
                    <a:srgbClr val="DDDDDD"/>
                  </a:gs>
                  <a:gs pos="100000">
                    <a:srgbClr val="5F5F5F"/>
                  </a:gs>
                </a:gsLst>
                <a:lin ang="5400000" scaled="1"/>
                <a:tileRect/>
              </a:gradFill>
              <a:ln w="9525">
                <a:noFill/>
              </a:ln>
            </p:spPr>
            <p:txBody>
              <a:bodyPr/>
              <a:p>
                <a:endParaRPr lang="zh-CN" altLang="en-US"/>
              </a:p>
            </p:txBody>
          </p:sp>
          <p:sp>
            <p:nvSpPr>
              <p:cNvPr id="24583" name="任意多边形 573447"/>
              <p:cNvSpPr/>
              <p:nvPr/>
            </p:nvSpPr>
            <p:spPr>
              <a:xfrm flipV="1">
                <a:off x="2107" y="3573"/>
                <a:ext cx="831" cy="135"/>
              </a:xfrm>
              <a:custGeom>
                <a:avLst/>
                <a:gdLst/>
                <a:ahLst/>
                <a:cxnLst/>
                <a:pathLst>
                  <a:path w="831" h="135">
                    <a:moveTo>
                      <a:pt x="0" y="0"/>
                    </a:moveTo>
                    <a:cubicBezTo>
                      <a:pt x="139" y="67"/>
                      <a:pt x="278" y="135"/>
                      <a:pt x="416" y="135"/>
                    </a:cubicBezTo>
                    <a:cubicBezTo>
                      <a:pt x="554" y="135"/>
                      <a:pt x="692" y="69"/>
                      <a:pt x="831" y="3"/>
                    </a:cubicBezTo>
                  </a:path>
                </a:pathLst>
              </a:custGeom>
              <a:gradFill rotWithShape="0">
                <a:gsLst>
                  <a:gs pos="0">
                    <a:srgbClr val="DDDDDD"/>
                  </a:gs>
                  <a:gs pos="100000">
                    <a:srgbClr val="777777"/>
                  </a:gs>
                </a:gsLst>
                <a:lin ang="5400000" scaled="1"/>
                <a:tileRect/>
              </a:gradFill>
              <a:ln w="9525">
                <a:noFill/>
              </a:ln>
            </p:spPr>
            <p:txBody>
              <a:bodyPr/>
              <a:p>
                <a:endParaRPr lang="zh-CN" altLang="en-US"/>
              </a:p>
            </p:txBody>
          </p:sp>
          <p:sp>
            <p:nvSpPr>
              <p:cNvPr id="24584" name="任意多边形 573448"/>
              <p:cNvSpPr/>
              <p:nvPr/>
            </p:nvSpPr>
            <p:spPr>
              <a:xfrm flipV="1">
                <a:off x="2120" y="3638"/>
                <a:ext cx="828" cy="63"/>
              </a:xfrm>
              <a:custGeom>
                <a:avLst/>
                <a:gdLst/>
                <a:ahLst/>
                <a:cxnLst/>
                <a:pathLst>
                  <a:path w="828" h="63">
                    <a:moveTo>
                      <a:pt x="0" y="0"/>
                    </a:moveTo>
                    <a:cubicBezTo>
                      <a:pt x="139" y="31"/>
                      <a:pt x="278" y="63"/>
                      <a:pt x="416" y="63"/>
                    </a:cubicBezTo>
                    <a:cubicBezTo>
                      <a:pt x="554" y="63"/>
                      <a:pt x="691" y="32"/>
                      <a:pt x="828" y="1"/>
                    </a:cubicBezTo>
                  </a:path>
                </a:pathLst>
              </a:custGeom>
              <a:gradFill rotWithShape="0">
                <a:gsLst>
                  <a:gs pos="0">
                    <a:srgbClr val="EAEAEA"/>
                  </a:gs>
                  <a:gs pos="100000">
                    <a:srgbClr val="969696"/>
                  </a:gs>
                </a:gsLst>
                <a:lin ang="5400000" scaled="1"/>
                <a:tileRect/>
              </a:gradFill>
              <a:ln w="9525">
                <a:noFill/>
              </a:ln>
            </p:spPr>
            <p:txBody>
              <a:bodyPr/>
              <a:p>
                <a:endParaRPr lang="zh-CN" altLang="en-US"/>
              </a:p>
            </p:txBody>
          </p:sp>
        </p:grpSp>
        <p:grpSp>
          <p:nvGrpSpPr>
            <p:cNvPr id="24585" name="组合 573449"/>
            <p:cNvGrpSpPr/>
            <p:nvPr/>
          </p:nvGrpSpPr>
          <p:grpSpPr>
            <a:xfrm>
              <a:off x="2501" y="2835"/>
              <a:ext cx="841" cy="208"/>
              <a:chOff x="2501" y="2835"/>
              <a:chExt cx="841" cy="208"/>
            </a:xfrm>
          </p:grpSpPr>
          <p:sp>
            <p:nvSpPr>
              <p:cNvPr id="24586" name="任意多边形 573450"/>
              <p:cNvSpPr/>
              <p:nvPr/>
            </p:nvSpPr>
            <p:spPr>
              <a:xfrm>
                <a:off x="2510" y="2840"/>
                <a:ext cx="828" cy="203"/>
              </a:xfrm>
              <a:custGeom>
                <a:avLst/>
                <a:gdLst/>
                <a:ahLst/>
                <a:cxnLst/>
                <a:pathLst>
                  <a:path w="828" h="203">
                    <a:moveTo>
                      <a:pt x="0" y="3"/>
                    </a:moveTo>
                    <a:cubicBezTo>
                      <a:pt x="138" y="103"/>
                      <a:pt x="276" y="203"/>
                      <a:pt x="414" y="203"/>
                    </a:cubicBezTo>
                    <a:cubicBezTo>
                      <a:pt x="552" y="203"/>
                      <a:pt x="759" y="34"/>
                      <a:pt x="828" y="0"/>
                    </a:cubicBezTo>
                  </a:path>
                </a:pathLst>
              </a:custGeom>
              <a:gradFill rotWithShape="0">
                <a:gsLst>
                  <a:gs pos="0">
                    <a:srgbClr val="5F5F5F"/>
                  </a:gs>
                  <a:gs pos="100000">
                    <a:srgbClr val="DDDDDD"/>
                  </a:gs>
                </a:gsLst>
                <a:lin ang="5400000" scaled="1"/>
                <a:tileRect/>
              </a:gradFill>
              <a:ln w="9525">
                <a:noFill/>
              </a:ln>
            </p:spPr>
            <p:txBody>
              <a:bodyPr/>
              <a:p>
                <a:endParaRPr lang="zh-CN" altLang="en-US"/>
              </a:p>
            </p:txBody>
          </p:sp>
          <p:sp>
            <p:nvSpPr>
              <p:cNvPr id="24587" name="任意多边形 573451"/>
              <p:cNvSpPr/>
              <p:nvPr/>
            </p:nvSpPr>
            <p:spPr>
              <a:xfrm>
                <a:off x="2501" y="2835"/>
                <a:ext cx="831" cy="135"/>
              </a:xfrm>
              <a:custGeom>
                <a:avLst/>
                <a:gdLst/>
                <a:ahLst/>
                <a:cxnLst/>
                <a:pathLst>
                  <a:path w="831" h="135">
                    <a:moveTo>
                      <a:pt x="0" y="0"/>
                    </a:moveTo>
                    <a:cubicBezTo>
                      <a:pt x="139" y="67"/>
                      <a:pt x="278" y="135"/>
                      <a:pt x="416" y="135"/>
                    </a:cubicBezTo>
                    <a:cubicBezTo>
                      <a:pt x="554" y="135"/>
                      <a:pt x="692" y="69"/>
                      <a:pt x="831" y="3"/>
                    </a:cubicBezTo>
                  </a:path>
                </a:pathLst>
              </a:custGeom>
              <a:gradFill rotWithShape="0">
                <a:gsLst>
                  <a:gs pos="0">
                    <a:srgbClr val="777777"/>
                  </a:gs>
                  <a:gs pos="100000">
                    <a:srgbClr val="DDDDDD"/>
                  </a:gs>
                </a:gsLst>
                <a:lin ang="5400000" scaled="1"/>
                <a:tileRect/>
              </a:gradFill>
              <a:ln w="9525">
                <a:noFill/>
              </a:ln>
            </p:spPr>
            <p:txBody>
              <a:bodyPr/>
              <a:p>
                <a:endParaRPr lang="zh-CN" altLang="en-US"/>
              </a:p>
            </p:txBody>
          </p:sp>
          <p:sp>
            <p:nvSpPr>
              <p:cNvPr id="24588" name="任意多边形 573452"/>
              <p:cNvSpPr/>
              <p:nvPr/>
            </p:nvSpPr>
            <p:spPr>
              <a:xfrm>
                <a:off x="2514" y="2842"/>
                <a:ext cx="828" cy="63"/>
              </a:xfrm>
              <a:custGeom>
                <a:avLst/>
                <a:gdLst/>
                <a:ahLst/>
                <a:cxnLst/>
                <a:pathLst>
                  <a:path w="828" h="63">
                    <a:moveTo>
                      <a:pt x="0" y="0"/>
                    </a:moveTo>
                    <a:cubicBezTo>
                      <a:pt x="139" y="31"/>
                      <a:pt x="278" y="63"/>
                      <a:pt x="416" y="63"/>
                    </a:cubicBezTo>
                    <a:cubicBezTo>
                      <a:pt x="554" y="63"/>
                      <a:pt x="691" y="32"/>
                      <a:pt x="828" y="1"/>
                    </a:cubicBezTo>
                  </a:path>
                </a:pathLst>
              </a:custGeom>
              <a:gradFill rotWithShape="0">
                <a:gsLst>
                  <a:gs pos="0">
                    <a:srgbClr val="969696"/>
                  </a:gs>
                  <a:gs pos="100000">
                    <a:srgbClr val="EAEAEA"/>
                  </a:gs>
                </a:gsLst>
                <a:lin ang="5400000" scaled="1"/>
                <a:tileRect/>
              </a:gradFill>
              <a:ln w="9525">
                <a:noFill/>
              </a:ln>
            </p:spPr>
            <p:txBody>
              <a:bodyPr/>
              <a:p>
                <a:endParaRPr lang="zh-CN" altLang="en-US"/>
              </a:p>
            </p:txBody>
          </p:sp>
        </p:grpSp>
        <p:grpSp>
          <p:nvGrpSpPr>
            <p:cNvPr id="24589" name="组合 573453"/>
            <p:cNvGrpSpPr/>
            <p:nvPr/>
          </p:nvGrpSpPr>
          <p:grpSpPr>
            <a:xfrm>
              <a:off x="3355" y="2642"/>
              <a:ext cx="841" cy="208"/>
              <a:chOff x="2107" y="3500"/>
              <a:chExt cx="841" cy="208"/>
            </a:xfrm>
          </p:grpSpPr>
          <p:sp>
            <p:nvSpPr>
              <p:cNvPr id="24590" name="任意多边形 573454"/>
              <p:cNvSpPr/>
              <p:nvPr/>
            </p:nvSpPr>
            <p:spPr>
              <a:xfrm flipV="1">
                <a:off x="2116" y="3500"/>
                <a:ext cx="828" cy="203"/>
              </a:xfrm>
              <a:custGeom>
                <a:avLst/>
                <a:gdLst/>
                <a:ahLst/>
                <a:cxnLst/>
                <a:pathLst>
                  <a:path w="828" h="203">
                    <a:moveTo>
                      <a:pt x="0" y="3"/>
                    </a:moveTo>
                    <a:cubicBezTo>
                      <a:pt x="138" y="103"/>
                      <a:pt x="276" y="203"/>
                      <a:pt x="414" y="203"/>
                    </a:cubicBezTo>
                    <a:cubicBezTo>
                      <a:pt x="552" y="203"/>
                      <a:pt x="759" y="34"/>
                      <a:pt x="828" y="0"/>
                    </a:cubicBezTo>
                  </a:path>
                </a:pathLst>
              </a:custGeom>
              <a:gradFill rotWithShape="0">
                <a:gsLst>
                  <a:gs pos="0">
                    <a:srgbClr val="DDDDDD"/>
                  </a:gs>
                  <a:gs pos="100000">
                    <a:srgbClr val="5F5F5F"/>
                  </a:gs>
                </a:gsLst>
                <a:lin ang="5400000" scaled="1"/>
                <a:tileRect/>
              </a:gradFill>
              <a:ln w="9525">
                <a:noFill/>
              </a:ln>
            </p:spPr>
            <p:txBody>
              <a:bodyPr/>
              <a:p>
                <a:endParaRPr lang="zh-CN" altLang="en-US"/>
              </a:p>
            </p:txBody>
          </p:sp>
          <p:sp>
            <p:nvSpPr>
              <p:cNvPr id="24591" name="任意多边形 573455"/>
              <p:cNvSpPr/>
              <p:nvPr/>
            </p:nvSpPr>
            <p:spPr>
              <a:xfrm flipV="1">
                <a:off x="2107" y="3573"/>
                <a:ext cx="831" cy="135"/>
              </a:xfrm>
              <a:custGeom>
                <a:avLst/>
                <a:gdLst/>
                <a:ahLst/>
                <a:cxnLst/>
                <a:pathLst>
                  <a:path w="831" h="135">
                    <a:moveTo>
                      <a:pt x="0" y="0"/>
                    </a:moveTo>
                    <a:cubicBezTo>
                      <a:pt x="139" y="67"/>
                      <a:pt x="278" y="135"/>
                      <a:pt x="416" y="135"/>
                    </a:cubicBezTo>
                    <a:cubicBezTo>
                      <a:pt x="554" y="135"/>
                      <a:pt x="692" y="69"/>
                      <a:pt x="831" y="3"/>
                    </a:cubicBezTo>
                  </a:path>
                </a:pathLst>
              </a:custGeom>
              <a:gradFill rotWithShape="0">
                <a:gsLst>
                  <a:gs pos="0">
                    <a:srgbClr val="DDDDDD"/>
                  </a:gs>
                  <a:gs pos="100000">
                    <a:srgbClr val="777777"/>
                  </a:gs>
                </a:gsLst>
                <a:lin ang="5400000" scaled="1"/>
                <a:tileRect/>
              </a:gradFill>
              <a:ln w="9525">
                <a:noFill/>
              </a:ln>
            </p:spPr>
            <p:txBody>
              <a:bodyPr/>
              <a:p>
                <a:endParaRPr lang="zh-CN" altLang="en-US"/>
              </a:p>
            </p:txBody>
          </p:sp>
          <p:sp>
            <p:nvSpPr>
              <p:cNvPr id="24592" name="任意多边形 573456"/>
              <p:cNvSpPr/>
              <p:nvPr/>
            </p:nvSpPr>
            <p:spPr>
              <a:xfrm flipV="1">
                <a:off x="2120" y="3638"/>
                <a:ext cx="828" cy="63"/>
              </a:xfrm>
              <a:custGeom>
                <a:avLst/>
                <a:gdLst/>
                <a:ahLst/>
                <a:cxnLst/>
                <a:pathLst>
                  <a:path w="828" h="63">
                    <a:moveTo>
                      <a:pt x="0" y="0"/>
                    </a:moveTo>
                    <a:cubicBezTo>
                      <a:pt x="139" y="31"/>
                      <a:pt x="278" y="63"/>
                      <a:pt x="416" y="63"/>
                    </a:cubicBezTo>
                    <a:cubicBezTo>
                      <a:pt x="554" y="63"/>
                      <a:pt x="691" y="32"/>
                      <a:pt x="828" y="1"/>
                    </a:cubicBezTo>
                  </a:path>
                </a:pathLst>
              </a:custGeom>
              <a:gradFill rotWithShape="0">
                <a:gsLst>
                  <a:gs pos="0">
                    <a:srgbClr val="EAEAEA"/>
                  </a:gs>
                  <a:gs pos="100000">
                    <a:srgbClr val="969696"/>
                  </a:gs>
                </a:gsLst>
                <a:lin ang="5400000" scaled="1"/>
                <a:tileRect/>
              </a:gradFill>
              <a:ln w="9525">
                <a:noFill/>
              </a:ln>
            </p:spPr>
            <p:txBody>
              <a:bodyPr/>
              <a:p>
                <a:endParaRPr lang="zh-CN" altLang="en-US"/>
              </a:p>
            </p:txBody>
          </p:sp>
        </p:grpSp>
        <p:sp>
          <p:nvSpPr>
            <p:cNvPr id="24593" name="直接连接符 573457"/>
            <p:cNvSpPr/>
            <p:nvPr/>
          </p:nvSpPr>
          <p:spPr>
            <a:xfrm flipV="1">
              <a:off x="1460" y="2841"/>
              <a:ext cx="2959" cy="0"/>
            </a:xfrm>
            <a:prstGeom prst="line">
              <a:avLst/>
            </a:prstGeom>
            <a:ln w="9525" cap="flat" cmpd="sng">
              <a:solidFill>
                <a:schemeClr val="tx1"/>
              </a:solidFill>
              <a:prstDash val="solid"/>
              <a:round/>
              <a:headEnd type="none" w="med" len="med"/>
              <a:tailEnd type="none" w="med" len="med"/>
            </a:ln>
          </p:spPr>
        </p:sp>
      </p:grpSp>
      <p:sp>
        <p:nvSpPr>
          <p:cNvPr id="573459" name="矩形 573458"/>
          <p:cNvSpPr/>
          <p:nvPr/>
        </p:nvSpPr>
        <p:spPr>
          <a:xfrm>
            <a:off x="430213" y="2260600"/>
            <a:ext cx="3957637" cy="839788"/>
          </a:xfrm>
          <a:prstGeom prst="rect">
            <a:avLst/>
          </a:prstGeom>
          <a:solidFill>
            <a:schemeClr val="bg1"/>
          </a:solidFill>
          <a:ln w="9525" cap="flat" cmpd="sng">
            <a:solidFill>
              <a:schemeClr val="bg1"/>
            </a:solidFill>
            <a:prstDash val="solid"/>
            <a:miter/>
            <a:headEnd type="none" w="med" len="med"/>
            <a:tailEnd type="none" w="med" len="med"/>
          </a:ln>
        </p:spPr>
        <p:txBody>
          <a:bodyPr anchor="t"/>
          <a:p>
            <a:pPr eaLnBrk="0" hangingPunct="0"/>
            <a:endParaRPr lang="zh-CN" altLang="en-US">
              <a:latin typeface="Times New Roman" panose="02020603050405020304" pitchFamily="18" charset="0"/>
              <a:ea typeface="宋体" panose="02010600030101010101" pitchFamily="2" charset="-122"/>
            </a:endParaRPr>
          </a:p>
        </p:txBody>
      </p:sp>
      <p:sp>
        <p:nvSpPr>
          <p:cNvPr id="573475" name="矩形 573474"/>
          <p:cNvSpPr/>
          <p:nvPr/>
        </p:nvSpPr>
        <p:spPr>
          <a:xfrm>
            <a:off x="417513" y="2260600"/>
            <a:ext cx="3970337" cy="788988"/>
          </a:xfrm>
          <a:prstGeom prst="rect">
            <a:avLst/>
          </a:prstGeom>
          <a:solidFill>
            <a:schemeClr val="bg1"/>
          </a:solidFill>
          <a:ln w="9525" cap="flat" cmpd="sng">
            <a:solidFill>
              <a:schemeClr val="bg1"/>
            </a:solidFill>
            <a:prstDash val="solid"/>
            <a:miter/>
            <a:headEnd type="none" w="med" len="med"/>
            <a:tailEnd type="none" w="med" len="med"/>
          </a:ln>
        </p:spPr>
        <p:txBody>
          <a:bodyPr anchor="t"/>
          <a:p>
            <a:pPr eaLnBrk="0" hangingPunct="0"/>
            <a:endParaRPr lang="zh-CN" altLang="en-US">
              <a:latin typeface="Times New Roman" panose="02020603050405020304" pitchFamily="18" charset="0"/>
              <a:ea typeface="宋体" panose="02010600030101010101" pitchFamily="2" charset="-122"/>
            </a:endParaRPr>
          </a:p>
        </p:txBody>
      </p:sp>
      <p:grpSp>
        <p:nvGrpSpPr>
          <p:cNvPr id="573476" name="组合 573475"/>
          <p:cNvGrpSpPr/>
          <p:nvPr/>
        </p:nvGrpSpPr>
        <p:grpSpPr>
          <a:xfrm>
            <a:off x="206375" y="2436813"/>
            <a:ext cx="4697413" cy="763587"/>
            <a:chOff x="1460" y="2612"/>
            <a:chExt cx="2959" cy="481"/>
          </a:xfrm>
        </p:grpSpPr>
        <p:sp>
          <p:nvSpPr>
            <p:cNvPr id="24612" name="矩形 573476"/>
            <p:cNvSpPr/>
            <p:nvPr/>
          </p:nvSpPr>
          <p:spPr>
            <a:xfrm>
              <a:off x="1673" y="2612"/>
              <a:ext cx="2501" cy="481"/>
            </a:xfrm>
            <a:prstGeom prst="rect">
              <a:avLst/>
            </a:prstGeom>
            <a:solidFill>
              <a:schemeClr val="bg1"/>
            </a:solidFill>
            <a:ln w="9525" cap="flat" cmpd="sng">
              <a:solidFill>
                <a:schemeClr val="bg1"/>
              </a:solidFill>
              <a:prstDash val="solid"/>
              <a:miter/>
              <a:headEnd type="none" w="med" len="med"/>
              <a:tailEnd type="none" w="med" len="med"/>
            </a:ln>
          </p:spPr>
          <p:txBody>
            <a:bodyPr anchor="t"/>
            <a:p>
              <a:pPr eaLnBrk="0" hangingPunct="0"/>
              <a:endParaRPr lang="zh-CN" altLang="en-US">
                <a:latin typeface="Times New Roman" panose="02020603050405020304" pitchFamily="18" charset="0"/>
                <a:ea typeface="宋体" panose="02010600030101010101" pitchFamily="2" charset="-122"/>
              </a:endParaRPr>
            </a:p>
          </p:txBody>
        </p:sp>
        <p:grpSp>
          <p:nvGrpSpPr>
            <p:cNvPr id="24613" name="组合 573477"/>
            <p:cNvGrpSpPr/>
            <p:nvPr/>
          </p:nvGrpSpPr>
          <p:grpSpPr>
            <a:xfrm>
              <a:off x="1681" y="2648"/>
              <a:ext cx="841" cy="208"/>
              <a:chOff x="2107" y="3500"/>
              <a:chExt cx="841" cy="208"/>
            </a:xfrm>
          </p:grpSpPr>
          <p:sp>
            <p:nvSpPr>
              <p:cNvPr id="24614" name="任意多边形 573478"/>
              <p:cNvSpPr/>
              <p:nvPr/>
            </p:nvSpPr>
            <p:spPr>
              <a:xfrm flipV="1">
                <a:off x="2116" y="3500"/>
                <a:ext cx="828" cy="203"/>
              </a:xfrm>
              <a:custGeom>
                <a:avLst/>
                <a:gdLst/>
                <a:ahLst/>
                <a:cxnLst/>
                <a:pathLst>
                  <a:path w="828" h="203">
                    <a:moveTo>
                      <a:pt x="0" y="3"/>
                    </a:moveTo>
                    <a:cubicBezTo>
                      <a:pt x="138" y="103"/>
                      <a:pt x="276" y="203"/>
                      <a:pt x="414" y="203"/>
                    </a:cubicBezTo>
                    <a:cubicBezTo>
                      <a:pt x="552" y="203"/>
                      <a:pt x="759" y="34"/>
                      <a:pt x="828" y="0"/>
                    </a:cubicBezTo>
                  </a:path>
                </a:pathLst>
              </a:custGeom>
              <a:gradFill rotWithShape="0">
                <a:gsLst>
                  <a:gs pos="0">
                    <a:srgbClr val="DDDDDD"/>
                  </a:gs>
                  <a:gs pos="100000">
                    <a:srgbClr val="5F5F5F"/>
                  </a:gs>
                </a:gsLst>
                <a:lin ang="5400000" scaled="1"/>
                <a:tileRect/>
              </a:gradFill>
              <a:ln w="9525">
                <a:noFill/>
              </a:ln>
            </p:spPr>
            <p:txBody>
              <a:bodyPr/>
              <a:p>
                <a:endParaRPr lang="zh-CN" altLang="en-US"/>
              </a:p>
            </p:txBody>
          </p:sp>
          <p:sp>
            <p:nvSpPr>
              <p:cNvPr id="24615" name="任意多边形 573479"/>
              <p:cNvSpPr/>
              <p:nvPr/>
            </p:nvSpPr>
            <p:spPr>
              <a:xfrm flipV="1">
                <a:off x="2107" y="3573"/>
                <a:ext cx="831" cy="135"/>
              </a:xfrm>
              <a:custGeom>
                <a:avLst/>
                <a:gdLst/>
                <a:ahLst/>
                <a:cxnLst/>
                <a:pathLst>
                  <a:path w="831" h="135">
                    <a:moveTo>
                      <a:pt x="0" y="0"/>
                    </a:moveTo>
                    <a:cubicBezTo>
                      <a:pt x="139" y="67"/>
                      <a:pt x="278" y="135"/>
                      <a:pt x="416" y="135"/>
                    </a:cubicBezTo>
                    <a:cubicBezTo>
                      <a:pt x="554" y="135"/>
                      <a:pt x="692" y="69"/>
                      <a:pt x="831" y="3"/>
                    </a:cubicBezTo>
                  </a:path>
                </a:pathLst>
              </a:custGeom>
              <a:gradFill rotWithShape="0">
                <a:gsLst>
                  <a:gs pos="0">
                    <a:srgbClr val="DDDDDD"/>
                  </a:gs>
                  <a:gs pos="100000">
                    <a:srgbClr val="777777"/>
                  </a:gs>
                </a:gsLst>
                <a:lin ang="5400000" scaled="1"/>
                <a:tileRect/>
              </a:gradFill>
              <a:ln w="9525">
                <a:noFill/>
              </a:ln>
            </p:spPr>
            <p:txBody>
              <a:bodyPr/>
              <a:p>
                <a:endParaRPr lang="zh-CN" altLang="en-US"/>
              </a:p>
            </p:txBody>
          </p:sp>
          <p:sp>
            <p:nvSpPr>
              <p:cNvPr id="24616" name="任意多边形 573480"/>
              <p:cNvSpPr/>
              <p:nvPr/>
            </p:nvSpPr>
            <p:spPr>
              <a:xfrm flipV="1">
                <a:off x="2120" y="3638"/>
                <a:ext cx="828" cy="63"/>
              </a:xfrm>
              <a:custGeom>
                <a:avLst/>
                <a:gdLst/>
                <a:ahLst/>
                <a:cxnLst/>
                <a:pathLst>
                  <a:path w="828" h="63">
                    <a:moveTo>
                      <a:pt x="0" y="0"/>
                    </a:moveTo>
                    <a:cubicBezTo>
                      <a:pt x="139" y="31"/>
                      <a:pt x="278" y="63"/>
                      <a:pt x="416" y="63"/>
                    </a:cubicBezTo>
                    <a:cubicBezTo>
                      <a:pt x="554" y="63"/>
                      <a:pt x="691" y="32"/>
                      <a:pt x="828" y="1"/>
                    </a:cubicBezTo>
                  </a:path>
                </a:pathLst>
              </a:custGeom>
              <a:gradFill rotWithShape="0">
                <a:gsLst>
                  <a:gs pos="0">
                    <a:srgbClr val="EAEAEA"/>
                  </a:gs>
                  <a:gs pos="100000">
                    <a:srgbClr val="969696"/>
                  </a:gs>
                </a:gsLst>
                <a:lin ang="5400000" scaled="1"/>
                <a:tileRect/>
              </a:gradFill>
              <a:ln w="9525">
                <a:noFill/>
              </a:ln>
            </p:spPr>
            <p:txBody>
              <a:bodyPr/>
              <a:p>
                <a:endParaRPr lang="zh-CN" altLang="en-US"/>
              </a:p>
            </p:txBody>
          </p:sp>
        </p:grpSp>
        <p:grpSp>
          <p:nvGrpSpPr>
            <p:cNvPr id="24617" name="组合 573481"/>
            <p:cNvGrpSpPr/>
            <p:nvPr/>
          </p:nvGrpSpPr>
          <p:grpSpPr>
            <a:xfrm>
              <a:off x="2501" y="2835"/>
              <a:ext cx="841" cy="208"/>
              <a:chOff x="2501" y="2835"/>
              <a:chExt cx="841" cy="208"/>
            </a:xfrm>
          </p:grpSpPr>
          <p:sp>
            <p:nvSpPr>
              <p:cNvPr id="24618" name="任意多边形 573482"/>
              <p:cNvSpPr/>
              <p:nvPr/>
            </p:nvSpPr>
            <p:spPr>
              <a:xfrm>
                <a:off x="2510" y="2840"/>
                <a:ext cx="828" cy="203"/>
              </a:xfrm>
              <a:custGeom>
                <a:avLst/>
                <a:gdLst/>
                <a:ahLst/>
                <a:cxnLst/>
                <a:pathLst>
                  <a:path w="828" h="203">
                    <a:moveTo>
                      <a:pt x="0" y="3"/>
                    </a:moveTo>
                    <a:cubicBezTo>
                      <a:pt x="138" y="103"/>
                      <a:pt x="276" y="203"/>
                      <a:pt x="414" y="203"/>
                    </a:cubicBezTo>
                    <a:cubicBezTo>
                      <a:pt x="552" y="203"/>
                      <a:pt x="759" y="34"/>
                      <a:pt x="828" y="0"/>
                    </a:cubicBezTo>
                  </a:path>
                </a:pathLst>
              </a:custGeom>
              <a:gradFill rotWithShape="0">
                <a:gsLst>
                  <a:gs pos="0">
                    <a:srgbClr val="5F5F5F"/>
                  </a:gs>
                  <a:gs pos="100000">
                    <a:srgbClr val="DDDDDD"/>
                  </a:gs>
                </a:gsLst>
                <a:lin ang="5400000" scaled="1"/>
                <a:tileRect/>
              </a:gradFill>
              <a:ln w="9525">
                <a:noFill/>
              </a:ln>
            </p:spPr>
            <p:txBody>
              <a:bodyPr/>
              <a:p>
                <a:endParaRPr lang="zh-CN" altLang="en-US"/>
              </a:p>
            </p:txBody>
          </p:sp>
          <p:sp>
            <p:nvSpPr>
              <p:cNvPr id="24619" name="任意多边形 573483"/>
              <p:cNvSpPr/>
              <p:nvPr/>
            </p:nvSpPr>
            <p:spPr>
              <a:xfrm>
                <a:off x="2501" y="2835"/>
                <a:ext cx="831" cy="135"/>
              </a:xfrm>
              <a:custGeom>
                <a:avLst/>
                <a:gdLst/>
                <a:ahLst/>
                <a:cxnLst/>
                <a:pathLst>
                  <a:path w="831" h="135">
                    <a:moveTo>
                      <a:pt x="0" y="0"/>
                    </a:moveTo>
                    <a:cubicBezTo>
                      <a:pt x="139" y="67"/>
                      <a:pt x="278" y="135"/>
                      <a:pt x="416" y="135"/>
                    </a:cubicBezTo>
                    <a:cubicBezTo>
                      <a:pt x="554" y="135"/>
                      <a:pt x="692" y="69"/>
                      <a:pt x="831" y="3"/>
                    </a:cubicBezTo>
                  </a:path>
                </a:pathLst>
              </a:custGeom>
              <a:gradFill rotWithShape="0">
                <a:gsLst>
                  <a:gs pos="0">
                    <a:srgbClr val="777777"/>
                  </a:gs>
                  <a:gs pos="100000">
                    <a:srgbClr val="DDDDDD"/>
                  </a:gs>
                </a:gsLst>
                <a:lin ang="5400000" scaled="1"/>
                <a:tileRect/>
              </a:gradFill>
              <a:ln w="9525">
                <a:noFill/>
              </a:ln>
            </p:spPr>
            <p:txBody>
              <a:bodyPr/>
              <a:p>
                <a:endParaRPr lang="zh-CN" altLang="en-US"/>
              </a:p>
            </p:txBody>
          </p:sp>
          <p:sp>
            <p:nvSpPr>
              <p:cNvPr id="24620" name="任意多边形 573484"/>
              <p:cNvSpPr/>
              <p:nvPr/>
            </p:nvSpPr>
            <p:spPr>
              <a:xfrm>
                <a:off x="2514" y="2842"/>
                <a:ext cx="828" cy="63"/>
              </a:xfrm>
              <a:custGeom>
                <a:avLst/>
                <a:gdLst/>
                <a:ahLst/>
                <a:cxnLst/>
                <a:pathLst>
                  <a:path w="828" h="63">
                    <a:moveTo>
                      <a:pt x="0" y="0"/>
                    </a:moveTo>
                    <a:cubicBezTo>
                      <a:pt x="139" y="31"/>
                      <a:pt x="278" y="63"/>
                      <a:pt x="416" y="63"/>
                    </a:cubicBezTo>
                    <a:cubicBezTo>
                      <a:pt x="554" y="63"/>
                      <a:pt x="691" y="32"/>
                      <a:pt x="828" y="1"/>
                    </a:cubicBezTo>
                  </a:path>
                </a:pathLst>
              </a:custGeom>
              <a:gradFill rotWithShape="0">
                <a:gsLst>
                  <a:gs pos="0">
                    <a:srgbClr val="969696"/>
                  </a:gs>
                  <a:gs pos="100000">
                    <a:srgbClr val="EAEAEA"/>
                  </a:gs>
                </a:gsLst>
                <a:lin ang="5400000" scaled="1"/>
                <a:tileRect/>
              </a:gradFill>
              <a:ln w="9525">
                <a:noFill/>
              </a:ln>
            </p:spPr>
            <p:txBody>
              <a:bodyPr/>
              <a:p>
                <a:endParaRPr lang="zh-CN" altLang="en-US"/>
              </a:p>
            </p:txBody>
          </p:sp>
        </p:grpSp>
        <p:grpSp>
          <p:nvGrpSpPr>
            <p:cNvPr id="24621" name="组合 573485"/>
            <p:cNvGrpSpPr/>
            <p:nvPr/>
          </p:nvGrpSpPr>
          <p:grpSpPr>
            <a:xfrm>
              <a:off x="3355" y="2642"/>
              <a:ext cx="841" cy="208"/>
              <a:chOff x="2107" y="3500"/>
              <a:chExt cx="841" cy="208"/>
            </a:xfrm>
          </p:grpSpPr>
          <p:sp>
            <p:nvSpPr>
              <p:cNvPr id="24622" name="任意多边形 573486"/>
              <p:cNvSpPr/>
              <p:nvPr/>
            </p:nvSpPr>
            <p:spPr>
              <a:xfrm flipV="1">
                <a:off x="2116" y="3500"/>
                <a:ext cx="828" cy="203"/>
              </a:xfrm>
              <a:custGeom>
                <a:avLst/>
                <a:gdLst/>
                <a:ahLst/>
                <a:cxnLst/>
                <a:pathLst>
                  <a:path w="828" h="203">
                    <a:moveTo>
                      <a:pt x="0" y="3"/>
                    </a:moveTo>
                    <a:cubicBezTo>
                      <a:pt x="138" y="103"/>
                      <a:pt x="276" y="203"/>
                      <a:pt x="414" y="203"/>
                    </a:cubicBezTo>
                    <a:cubicBezTo>
                      <a:pt x="552" y="203"/>
                      <a:pt x="759" y="34"/>
                      <a:pt x="828" y="0"/>
                    </a:cubicBezTo>
                  </a:path>
                </a:pathLst>
              </a:custGeom>
              <a:gradFill rotWithShape="0">
                <a:gsLst>
                  <a:gs pos="0">
                    <a:srgbClr val="DDDDDD"/>
                  </a:gs>
                  <a:gs pos="100000">
                    <a:srgbClr val="5F5F5F"/>
                  </a:gs>
                </a:gsLst>
                <a:lin ang="5400000" scaled="1"/>
                <a:tileRect/>
              </a:gradFill>
              <a:ln w="9525">
                <a:noFill/>
              </a:ln>
            </p:spPr>
            <p:txBody>
              <a:bodyPr/>
              <a:p>
                <a:endParaRPr lang="zh-CN" altLang="en-US"/>
              </a:p>
            </p:txBody>
          </p:sp>
          <p:sp>
            <p:nvSpPr>
              <p:cNvPr id="24623" name="任意多边形 573487"/>
              <p:cNvSpPr/>
              <p:nvPr/>
            </p:nvSpPr>
            <p:spPr>
              <a:xfrm flipV="1">
                <a:off x="2107" y="3573"/>
                <a:ext cx="831" cy="135"/>
              </a:xfrm>
              <a:custGeom>
                <a:avLst/>
                <a:gdLst/>
                <a:ahLst/>
                <a:cxnLst/>
                <a:pathLst>
                  <a:path w="831" h="135">
                    <a:moveTo>
                      <a:pt x="0" y="0"/>
                    </a:moveTo>
                    <a:cubicBezTo>
                      <a:pt x="139" y="67"/>
                      <a:pt x="278" y="135"/>
                      <a:pt x="416" y="135"/>
                    </a:cubicBezTo>
                    <a:cubicBezTo>
                      <a:pt x="554" y="135"/>
                      <a:pt x="692" y="69"/>
                      <a:pt x="831" y="3"/>
                    </a:cubicBezTo>
                  </a:path>
                </a:pathLst>
              </a:custGeom>
              <a:gradFill rotWithShape="0">
                <a:gsLst>
                  <a:gs pos="0">
                    <a:srgbClr val="DDDDDD"/>
                  </a:gs>
                  <a:gs pos="100000">
                    <a:srgbClr val="777777"/>
                  </a:gs>
                </a:gsLst>
                <a:lin ang="5400000" scaled="1"/>
                <a:tileRect/>
              </a:gradFill>
              <a:ln w="9525">
                <a:noFill/>
              </a:ln>
            </p:spPr>
            <p:txBody>
              <a:bodyPr/>
              <a:p>
                <a:endParaRPr lang="zh-CN" altLang="en-US"/>
              </a:p>
            </p:txBody>
          </p:sp>
          <p:sp>
            <p:nvSpPr>
              <p:cNvPr id="24624" name="任意多边形 573488"/>
              <p:cNvSpPr/>
              <p:nvPr/>
            </p:nvSpPr>
            <p:spPr>
              <a:xfrm flipV="1">
                <a:off x="2120" y="3638"/>
                <a:ext cx="828" cy="63"/>
              </a:xfrm>
              <a:custGeom>
                <a:avLst/>
                <a:gdLst/>
                <a:ahLst/>
                <a:cxnLst/>
                <a:pathLst>
                  <a:path w="828" h="63">
                    <a:moveTo>
                      <a:pt x="0" y="0"/>
                    </a:moveTo>
                    <a:cubicBezTo>
                      <a:pt x="139" y="31"/>
                      <a:pt x="278" y="63"/>
                      <a:pt x="416" y="63"/>
                    </a:cubicBezTo>
                    <a:cubicBezTo>
                      <a:pt x="554" y="63"/>
                      <a:pt x="691" y="32"/>
                      <a:pt x="828" y="1"/>
                    </a:cubicBezTo>
                  </a:path>
                </a:pathLst>
              </a:custGeom>
              <a:gradFill rotWithShape="0">
                <a:gsLst>
                  <a:gs pos="0">
                    <a:srgbClr val="EAEAEA"/>
                  </a:gs>
                  <a:gs pos="100000">
                    <a:srgbClr val="969696"/>
                  </a:gs>
                </a:gsLst>
                <a:lin ang="5400000" scaled="1"/>
                <a:tileRect/>
              </a:gradFill>
              <a:ln w="9525">
                <a:noFill/>
              </a:ln>
            </p:spPr>
            <p:txBody>
              <a:bodyPr/>
              <a:p>
                <a:endParaRPr lang="zh-CN" altLang="en-US"/>
              </a:p>
            </p:txBody>
          </p:sp>
        </p:grpSp>
        <p:sp>
          <p:nvSpPr>
            <p:cNvPr id="24625" name="直接连接符 573489"/>
            <p:cNvSpPr/>
            <p:nvPr/>
          </p:nvSpPr>
          <p:spPr>
            <a:xfrm flipV="1">
              <a:off x="1460" y="2841"/>
              <a:ext cx="2959" cy="0"/>
            </a:xfrm>
            <a:prstGeom prst="line">
              <a:avLst/>
            </a:prstGeom>
            <a:ln w="9525" cap="flat" cmpd="sng">
              <a:solidFill>
                <a:schemeClr val="tx1"/>
              </a:solidFill>
              <a:prstDash val="solid"/>
              <a:round/>
              <a:headEnd type="none" w="med" len="med"/>
              <a:tailEnd type="none" w="med" len="med"/>
            </a:ln>
          </p:spPr>
        </p:sp>
      </p:grpSp>
      <p:sp>
        <p:nvSpPr>
          <p:cNvPr id="573491" name="矩形 573490"/>
          <p:cNvSpPr/>
          <p:nvPr/>
        </p:nvSpPr>
        <p:spPr>
          <a:xfrm>
            <a:off x="428625" y="2260600"/>
            <a:ext cx="3970338" cy="827088"/>
          </a:xfrm>
          <a:prstGeom prst="rect">
            <a:avLst/>
          </a:prstGeom>
          <a:solidFill>
            <a:schemeClr val="bg1"/>
          </a:solidFill>
          <a:ln w="9525" cap="flat" cmpd="sng">
            <a:solidFill>
              <a:schemeClr val="bg1"/>
            </a:solidFill>
            <a:prstDash val="solid"/>
            <a:miter/>
            <a:headEnd type="none" w="med" len="med"/>
            <a:tailEnd type="none" w="med" len="med"/>
          </a:ln>
        </p:spPr>
        <p:txBody>
          <a:bodyPr anchor="t"/>
          <a:p>
            <a:pPr eaLnBrk="0" hangingPunct="0"/>
            <a:endParaRPr lang="zh-CN" altLang="en-US">
              <a:latin typeface="Times New Roman" panose="02020603050405020304" pitchFamily="18" charset="0"/>
              <a:ea typeface="宋体" panose="02010600030101010101" pitchFamily="2" charset="-122"/>
            </a:endParaRPr>
          </a:p>
        </p:txBody>
      </p:sp>
      <p:sp>
        <p:nvSpPr>
          <p:cNvPr id="573507" name="矩形 573506"/>
          <p:cNvSpPr/>
          <p:nvPr/>
        </p:nvSpPr>
        <p:spPr>
          <a:xfrm>
            <a:off x="404813" y="2260600"/>
            <a:ext cx="3983037" cy="801688"/>
          </a:xfrm>
          <a:prstGeom prst="rect">
            <a:avLst/>
          </a:prstGeom>
          <a:solidFill>
            <a:schemeClr val="bg1"/>
          </a:solidFill>
          <a:ln w="9525" cap="flat" cmpd="sng">
            <a:solidFill>
              <a:schemeClr val="bg1"/>
            </a:solidFill>
            <a:prstDash val="solid"/>
            <a:miter/>
            <a:headEnd type="none" w="med" len="med"/>
            <a:tailEnd type="none" w="med" len="med"/>
          </a:ln>
        </p:spPr>
        <p:txBody>
          <a:bodyPr anchor="t"/>
          <a:p>
            <a:pPr eaLnBrk="0" hangingPunct="0"/>
            <a:endParaRPr lang="zh-CN" altLang="en-US">
              <a:latin typeface="Times New Roman" panose="02020603050405020304" pitchFamily="18" charset="0"/>
              <a:ea typeface="宋体" panose="02010600030101010101" pitchFamily="2" charset="-122"/>
            </a:endParaRPr>
          </a:p>
        </p:txBody>
      </p:sp>
      <p:grpSp>
        <p:nvGrpSpPr>
          <p:cNvPr id="24643" name="组合 573507"/>
          <p:cNvGrpSpPr/>
          <p:nvPr/>
        </p:nvGrpSpPr>
        <p:grpSpPr>
          <a:xfrm>
            <a:off x="455613" y="2351088"/>
            <a:ext cx="3949700" cy="642937"/>
            <a:chOff x="249" y="2606"/>
            <a:chExt cx="2488" cy="405"/>
          </a:xfrm>
        </p:grpSpPr>
        <p:sp>
          <p:nvSpPr>
            <p:cNvPr id="24644" name="任意多边形 573508"/>
            <p:cNvSpPr/>
            <p:nvPr/>
          </p:nvSpPr>
          <p:spPr>
            <a:xfrm>
              <a:off x="1081" y="2815"/>
              <a:ext cx="820" cy="196"/>
            </a:xfrm>
            <a:custGeom>
              <a:avLst/>
              <a:gdLst/>
              <a:ahLst/>
              <a:cxnLst/>
              <a:pathLst>
                <a:path w="820" h="211">
                  <a:moveTo>
                    <a:pt x="0" y="1"/>
                  </a:moveTo>
                  <a:cubicBezTo>
                    <a:pt x="136" y="106"/>
                    <a:pt x="272" y="211"/>
                    <a:pt x="409" y="211"/>
                  </a:cubicBezTo>
                  <a:cubicBezTo>
                    <a:pt x="546" y="211"/>
                    <a:pt x="683" y="105"/>
                    <a:pt x="820" y="0"/>
                  </a:cubicBezTo>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24645" name="任意多边形 573509"/>
            <p:cNvSpPr/>
            <p:nvPr/>
          </p:nvSpPr>
          <p:spPr>
            <a:xfrm>
              <a:off x="249" y="2815"/>
              <a:ext cx="820" cy="196"/>
            </a:xfrm>
            <a:custGeom>
              <a:avLst/>
              <a:gdLst/>
              <a:ahLst/>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sp>
          <p:nvSpPr>
            <p:cNvPr id="24646" name="任意多边形 573510"/>
            <p:cNvSpPr/>
            <p:nvPr/>
          </p:nvSpPr>
          <p:spPr>
            <a:xfrm>
              <a:off x="1917" y="2811"/>
              <a:ext cx="820" cy="196"/>
            </a:xfrm>
            <a:custGeom>
              <a:avLst/>
              <a:gdLst/>
              <a:ahLst/>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sp>
          <p:nvSpPr>
            <p:cNvPr id="24647" name="任意多边形 573511"/>
            <p:cNvSpPr/>
            <p:nvPr/>
          </p:nvSpPr>
          <p:spPr>
            <a:xfrm flipV="1">
              <a:off x="1089" y="2606"/>
              <a:ext cx="820" cy="196"/>
            </a:xfrm>
            <a:custGeom>
              <a:avLst/>
              <a:gdLst/>
              <a:ahLst/>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sp>
          <p:nvSpPr>
            <p:cNvPr id="24648" name="任意多边形 573512"/>
            <p:cNvSpPr/>
            <p:nvPr/>
          </p:nvSpPr>
          <p:spPr>
            <a:xfrm flipV="1">
              <a:off x="249" y="2606"/>
              <a:ext cx="820" cy="196"/>
            </a:xfrm>
            <a:custGeom>
              <a:avLst/>
              <a:gdLst/>
              <a:ahLst/>
              <a:cxnLst/>
              <a:pathLst>
                <a:path w="820" h="211">
                  <a:moveTo>
                    <a:pt x="0" y="1"/>
                  </a:moveTo>
                  <a:cubicBezTo>
                    <a:pt x="136" y="106"/>
                    <a:pt x="272" y="211"/>
                    <a:pt x="409" y="211"/>
                  </a:cubicBezTo>
                  <a:cubicBezTo>
                    <a:pt x="546" y="211"/>
                    <a:pt x="683" y="105"/>
                    <a:pt x="820" y="0"/>
                  </a:cubicBezTo>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24649" name="任意多边形 573513"/>
            <p:cNvSpPr/>
            <p:nvPr/>
          </p:nvSpPr>
          <p:spPr>
            <a:xfrm flipV="1">
              <a:off x="1917" y="2610"/>
              <a:ext cx="820" cy="196"/>
            </a:xfrm>
            <a:custGeom>
              <a:avLst/>
              <a:gdLst/>
              <a:ahLst/>
              <a:cxnLst/>
              <a:pathLst>
                <a:path w="820" h="211">
                  <a:moveTo>
                    <a:pt x="0" y="1"/>
                  </a:moveTo>
                  <a:cubicBezTo>
                    <a:pt x="136" y="106"/>
                    <a:pt x="272" y="211"/>
                    <a:pt x="409" y="211"/>
                  </a:cubicBezTo>
                  <a:cubicBezTo>
                    <a:pt x="546" y="211"/>
                    <a:pt x="683" y="105"/>
                    <a:pt x="820" y="0"/>
                  </a:cubicBezTo>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24651" name="矩形 573515"/>
          <p:cNvSpPr/>
          <p:nvPr/>
        </p:nvSpPr>
        <p:spPr>
          <a:xfrm>
            <a:off x="4411663" y="2228850"/>
            <a:ext cx="385762" cy="901700"/>
          </a:xfrm>
          <a:prstGeom prst="rect">
            <a:avLst/>
          </a:prstGeom>
          <a:solidFill>
            <a:schemeClr val="bg1"/>
          </a:solidFill>
          <a:ln w="9525" cap="flat" cmpd="sng">
            <a:solidFill>
              <a:schemeClr val="bg1"/>
            </a:solidFill>
            <a:prstDash val="solid"/>
            <a:miter/>
            <a:headEnd type="none" w="med" len="med"/>
            <a:tailEnd type="none" w="med" len="med"/>
          </a:ln>
        </p:spPr>
        <p:txBody>
          <a:bodyPr anchor="t"/>
          <a:p>
            <a:pPr eaLnBrk="0" hangingPunct="0"/>
            <a:endParaRPr lang="zh-CN" altLang="en-US">
              <a:latin typeface="Times New Roman" panose="02020603050405020304" pitchFamily="18" charset="0"/>
              <a:ea typeface="宋体" panose="02010600030101010101" pitchFamily="2" charset="-122"/>
            </a:endParaRPr>
          </a:p>
        </p:txBody>
      </p:sp>
      <p:grpSp>
        <p:nvGrpSpPr>
          <p:cNvPr id="573517" name="组合 573516"/>
          <p:cNvGrpSpPr/>
          <p:nvPr/>
        </p:nvGrpSpPr>
        <p:grpSpPr>
          <a:xfrm>
            <a:off x="815975" y="2351088"/>
            <a:ext cx="3205163" cy="650875"/>
            <a:chOff x="491" y="1947"/>
            <a:chExt cx="2019" cy="410"/>
          </a:xfrm>
        </p:grpSpPr>
        <p:sp>
          <p:nvSpPr>
            <p:cNvPr id="24653" name="直接连接符 573517"/>
            <p:cNvSpPr/>
            <p:nvPr/>
          </p:nvSpPr>
          <p:spPr>
            <a:xfrm flipV="1">
              <a:off x="669" y="1949"/>
              <a:ext cx="0" cy="189"/>
            </a:xfrm>
            <a:prstGeom prst="line">
              <a:avLst/>
            </a:prstGeom>
            <a:ln w="9525" cap="flat" cmpd="sng">
              <a:solidFill>
                <a:schemeClr val="accent2"/>
              </a:solidFill>
              <a:prstDash val="solid"/>
              <a:round/>
              <a:headEnd type="none" w="med" len="med"/>
              <a:tailEnd type="triangle" w="med" len="med"/>
            </a:ln>
          </p:spPr>
        </p:sp>
        <p:sp>
          <p:nvSpPr>
            <p:cNvPr id="24654" name="直接连接符 573518"/>
            <p:cNvSpPr/>
            <p:nvPr/>
          </p:nvSpPr>
          <p:spPr>
            <a:xfrm flipV="1">
              <a:off x="491" y="1994"/>
              <a:ext cx="0" cy="153"/>
            </a:xfrm>
            <a:prstGeom prst="line">
              <a:avLst/>
            </a:prstGeom>
            <a:ln w="9525" cap="flat" cmpd="sng">
              <a:solidFill>
                <a:schemeClr val="tx1"/>
              </a:solidFill>
              <a:prstDash val="solid"/>
              <a:round/>
              <a:headEnd type="none" w="med" len="med"/>
              <a:tailEnd type="triangle" w="med" len="med"/>
            </a:ln>
          </p:spPr>
        </p:sp>
        <p:sp>
          <p:nvSpPr>
            <p:cNvPr id="24655" name="直接连接符 573519"/>
            <p:cNvSpPr/>
            <p:nvPr/>
          </p:nvSpPr>
          <p:spPr>
            <a:xfrm flipV="1">
              <a:off x="845" y="1985"/>
              <a:ext cx="0" cy="153"/>
            </a:xfrm>
            <a:prstGeom prst="line">
              <a:avLst/>
            </a:prstGeom>
            <a:ln w="9525" cap="flat" cmpd="sng">
              <a:solidFill>
                <a:schemeClr val="tx1"/>
              </a:solidFill>
              <a:prstDash val="solid"/>
              <a:round/>
              <a:headEnd type="none" w="med" len="med"/>
              <a:tailEnd type="triangle" w="med" len="med"/>
            </a:ln>
          </p:spPr>
        </p:sp>
        <p:sp>
          <p:nvSpPr>
            <p:cNvPr id="24656" name="直接连接符 573520"/>
            <p:cNvSpPr/>
            <p:nvPr/>
          </p:nvSpPr>
          <p:spPr>
            <a:xfrm>
              <a:off x="1499" y="2144"/>
              <a:ext cx="0" cy="213"/>
            </a:xfrm>
            <a:prstGeom prst="line">
              <a:avLst/>
            </a:prstGeom>
            <a:ln w="9525" cap="flat" cmpd="sng">
              <a:solidFill>
                <a:schemeClr val="accent2"/>
              </a:solidFill>
              <a:prstDash val="solid"/>
              <a:round/>
              <a:headEnd type="none" w="med" len="med"/>
              <a:tailEnd type="triangle" w="med" len="med"/>
            </a:ln>
          </p:spPr>
        </p:sp>
        <p:sp>
          <p:nvSpPr>
            <p:cNvPr id="24657" name="直接连接符 573521"/>
            <p:cNvSpPr/>
            <p:nvPr/>
          </p:nvSpPr>
          <p:spPr>
            <a:xfrm>
              <a:off x="1685" y="2147"/>
              <a:ext cx="0" cy="153"/>
            </a:xfrm>
            <a:prstGeom prst="line">
              <a:avLst/>
            </a:prstGeom>
            <a:ln w="9525" cap="flat" cmpd="sng">
              <a:solidFill>
                <a:schemeClr val="tx1"/>
              </a:solidFill>
              <a:prstDash val="solid"/>
              <a:round/>
              <a:headEnd type="none" w="med" len="med"/>
              <a:tailEnd type="triangle" w="med" len="med"/>
            </a:ln>
          </p:spPr>
        </p:sp>
        <p:sp>
          <p:nvSpPr>
            <p:cNvPr id="24658" name="直接连接符 573522"/>
            <p:cNvSpPr/>
            <p:nvPr/>
          </p:nvSpPr>
          <p:spPr>
            <a:xfrm>
              <a:off x="1307" y="2144"/>
              <a:ext cx="0" cy="153"/>
            </a:xfrm>
            <a:prstGeom prst="line">
              <a:avLst/>
            </a:prstGeom>
            <a:ln w="9525" cap="flat" cmpd="sng">
              <a:solidFill>
                <a:schemeClr val="tx1"/>
              </a:solidFill>
              <a:prstDash val="solid"/>
              <a:round/>
              <a:headEnd type="none" w="med" len="med"/>
              <a:tailEnd type="triangle" w="med" len="med"/>
            </a:ln>
          </p:spPr>
        </p:sp>
        <p:sp>
          <p:nvSpPr>
            <p:cNvPr id="24659" name="直接连接符 573523"/>
            <p:cNvSpPr/>
            <p:nvPr/>
          </p:nvSpPr>
          <p:spPr>
            <a:xfrm flipV="1">
              <a:off x="2336" y="1947"/>
              <a:ext cx="0" cy="198"/>
            </a:xfrm>
            <a:prstGeom prst="line">
              <a:avLst/>
            </a:prstGeom>
            <a:ln w="9525" cap="flat" cmpd="sng">
              <a:solidFill>
                <a:schemeClr val="accent2"/>
              </a:solidFill>
              <a:prstDash val="solid"/>
              <a:round/>
              <a:headEnd type="none" w="med" len="med"/>
              <a:tailEnd type="triangle" w="med" len="med"/>
            </a:ln>
          </p:spPr>
        </p:sp>
        <p:sp>
          <p:nvSpPr>
            <p:cNvPr id="24660" name="直接连接符 573524"/>
            <p:cNvSpPr/>
            <p:nvPr/>
          </p:nvSpPr>
          <p:spPr>
            <a:xfrm flipV="1">
              <a:off x="2510" y="1988"/>
              <a:ext cx="0" cy="153"/>
            </a:xfrm>
            <a:prstGeom prst="line">
              <a:avLst/>
            </a:prstGeom>
            <a:ln w="9525" cap="flat" cmpd="sng">
              <a:solidFill>
                <a:schemeClr val="tx1"/>
              </a:solidFill>
              <a:prstDash val="solid"/>
              <a:round/>
              <a:headEnd type="none" w="med" len="med"/>
              <a:tailEnd type="triangle" w="med" len="med"/>
            </a:ln>
          </p:spPr>
        </p:sp>
        <p:sp>
          <p:nvSpPr>
            <p:cNvPr id="24661" name="直接连接符 573525"/>
            <p:cNvSpPr/>
            <p:nvPr/>
          </p:nvSpPr>
          <p:spPr>
            <a:xfrm flipV="1">
              <a:off x="2153" y="1994"/>
              <a:ext cx="0" cy="153"/>
            </a:xfrm>
            <a:prstGeom prst="line">
              <a:avLst/>
            </a:prstGeom>
            <a:ln w="9525" cap="flat" cmpd="sng">
              <a:solidFill>
                <a:schemeClr val="tx1"/>
              </a:solidFill>
              <a:prstDash val="solid"/>
              <a:round/>
              <a:headEnd type="none" w="med" len="med"/>
              <a:tailEnd type="triangle" w="med" len="med"/>
            </a:ln>
          </p:spPr>
        </p:sp>
      </p:grpSp>
      <p:grpSp>
        <p:nvGrpSpPr>
          <p:cNvPr id="24662" name="组合 573527"/>
          <p:cNvGrpSpPr/>
          <p:nvPr/>
        </p:nvGrpSpPr>
        <p:grpSpPr>
          <a:xfrm>
            <a:off x="420688" y="2613025"/>
            <a:ext cx="4044950" cy="111125"/>
            <a:chOff x="242" y="1172"/>
            <a:chExt cx="2548" cy="70"/>
          </a:xfrm>
        </p:grpSpPr>
        <p:sp>
          <p:nvSpPr>
            <p:cNvPr id="24663" name="直接连接符 573528"/>
            <p:cNvSpPr/>
            <p:nvPr/>
          </p:nvSpPr>
          <p:spPr>
            <a:xfrm>
              <a:off x="296" y="1205"/>
              <a:ext cx="2478" cy="0"/>
            </a:xfrm>
            <a:prstGeom prst="line">
              <a:avLst/>
            </a:prstGeom>
            <a:ln w="9525" cap="flat" cmpd="sng">
              <a:solidFill>
                <a:schemeClr val="tx1"/>
              </a:solidFill>
              <a:prstDash val="solid"/>
              <a:round/>
              <a:headEnd type="none" w="med" len="med"/>
              <a:tailEnd type="none" w="med" len="med"/>
            </a:ln>
          </p:spPr>
        </p:sp>
        <p:sp>
          <p:nvSpPr>
            <p:cNvPr id="24664" name="椭圆 573529"/>
            <p:cNvSpPr/>
            <p:nvPr/>
          </p:nvSpPr>
          <p:spPr>
            <a:xfrm>
              <a:off x="1063" y="1179"/>
              <a:ext cx="56" cy="60"/>
            </a:xfrm>
            <a:prstGeom prst="ellipse">
              <a:avLst/>
            </a:prstGeom>
            <a:solidFill>
              <a:schemeClr val="bg1"/>
            </a:solidFill>
            <a:ln w="28575" cap="flat" cmpd="sng">
              <a:solidFill>
                <a:srgbClr val="FF3300"/>
              </a:solidFill>
              <a:prstDash val="solid"/>
              <a:round/>
              <a:headEnd type="none" w="med" len="med"/>
              <a:tailEnd type="none" w="med" len="med"/>
            </a:ln>
          </p:spPr>
          <p:txBody>
            <a:bodyPr anchor="t"/>
            <a:p>
              <a:pPr eaLnBrk="0" hangingPunct="0"/>
              <a:endParaRPr lang="zh-CN" altLang="en-US">
                <a:latin typeface="Times New Roman" panose="02020603050405020304" pitchFamily="18" charset="0"/>
                <a:ea typeface="宋体" panose="02010600030101010101" pitchFamily="2" charset="-122"/>
              </a:endParaRPr>
            </a:p>
          </p:txBody>
        </p:sp>
        <p:sp>
          <p:nvSpPr>
            <p:cNvPr id="24665" name="椭圆 573530"/>
            <p:cNvSpPr/>
            <p:nvPr/>
          </p:nvSpPr>
          <p:spPr>
            <a:xfrm>
              <a:off x="242" y="1172"/>
              <a:ext cx="56" cy="60"/>
            </a:xfrm>
            <a:prstGeom prst="ellipse">
              <a:avLst/>
            </a:prstGeom>
            <a:solidFill>
              <a:schemeClr val="bg1"/>
            </a:solidFill>
            <a:ln w="28575" cap="flat" cmpd="sng">
              <a:solidFill>
                <a:srgbClr val="FF3300"/>
              </a:solidFill>
              <a:prstDash val="solid"/>
              <a:round/>
              <a:headEnd type="none" w="med" len="med"/>
              <a:tailEnd type="none" w="med" len="med"/>
            </a:ln>
          </p:spPr>
          <p:txBody>
            <a:bodyPr anchor="t"/>
            <a:p>
              <a:pPr eaLnBrk="0" hangingPunct="0"/>
              <a:endParaRPr lang="zh-CN" altLang="en-US">
                <a:latin typeface="Times New Roman" panose="02020603050405020304" pitchFamily="18" charset="0"/>
                <a:ea typeface="宋体" panose="02010600030101010101" pitchFamily="2" charset="-122"/>
              </a:endParaRPr>
            </a:p>
          </p:txBody>
        </p:sp>
        <p:sp>
          <p:nvSpPr>
            <p:cNvPr id="24666" name="椭圆 573531"/>
            <p:cNvSpPr/>
            <p:nvPr/>
          </p:nvSpPr>
          <p:spPr>
            <a:xfrm>
              <a:off x="2733" y="1175"/>
              <a:ext cx="57" cy="60"/>
            </a:xfrm>
            <a:prstGeom prst="ellipse">
              <a:avLst/>
            </a:prstGeom>
            <a:solidFill>
              <a:schemeClr val="bg1"/>
            </a:solidFill>
            <a:ln w="28575" cap="flat" cmpd="sng">
              <a:solidFill>
                <a:srgbClr val="FF3300"/>
              </a:solidFill>
              <a:prstDash val="solid"/>
              <a:round/>
              <a:headEnd type="none" w="med" len="med"/>
              <a:tailEnd type="none" w="med" len="med"/>
            </a:ln>
          </p:spPr>
          <p:txBody>
            <a:bodyPr anchor="t"/>
            <a:p>
              <a:pPr eaLnBrk="0" hangingPunct="0"/>
              <a:endParaRPr lang="zh-CN" altLang="en-US">
                <a:latin typeface="Times New Roman" panose="02020603050405020304" pitchFamily="18" charset="0"/>
                <a:ea typeface="宋体" panose="02010600030101010101" pitchFamily="2" charset="-122"/>
              </a:endParaRPr>
            </a:p>
          </p:txBody>
        </p:sp>
        <p:sp>
          <p:nvSpPr>
            <p:cNvPr id="24667" name="椭圆 573532"/>
            <p:cNvSpPr/>
            <p:nvPr/>
          </p:nvSpPr>
          <p:spPr>
            <a:xfrm>
              <a:off x="1917" y="1182"/>
              <a:ext cx="56" cy="60"/>
            </a:xfrm>
            <a:prstGeom prst="ellipse">
              <a:avLst/>
            </a:prstGeom>
            <a:solidFill>
              <a:schemeClr val="bg1"/>
            </a:solidFill>
            <a:ln w="28575" cap="flat" cmpd="sng">
              <a:solidFill>
                <a:srgbClr val="FF3300"/>
              </a:solidFill>
              <a:prstDash val="solid"/>
              <a:round/>
              <a:headEnd type="none" w="med" len="med"/>
              <a:tailEnd type="none" w="med" len="med"/>
            </a:ln>
          </p:spPr>
          <p:txBody>
            <a:bodyPr anchor="t"/>
            <a:p>
              <a:pPr eaLnBrk="0" hangingPunct="0"/>
              <a:endParaRPr lang="zh-CN" altLang="en-US">
                <a:latin typeface="Times New Roman" panose="02020603050405020304" pitchFamily="18" charset="0"/>
                <a:ea typeface="宋体" panose="02010600030101010101" pitchFamily="2" charset="-122"/>
              </a:endParaRPr>
            </a:p>
          </p:txBody>
        </p:sp>
      </p:grpSp>
      <p:grpSp>
        <p:nvGrpSpPr>
          <p:cNvPr id="573534" name="组合 573533"/>
          <p:cNvGrpSpPr/>
          <p:nvPr/>
        </p:nvGrpSpPr>
        <p:grpSpPr>
          <a:xfrm>
            <a:off x="611188" y="1262380"/>
            <a:ext cx="3652837" cy="642938"/>
            <a:chOff x="314" y="323"/>
            <a:chExt cx="2301" cy="405"/>
          </a:xfrm>
        </p:grpSpPr>
        <p:sp>
          <p:nvSpPr>
            <p:cNvPr id="24669" name="矩形 573534"/>
            <p:cNvSpPr/>
            <p:nvPr/>
          </p:nvSpPr>
          <p:spPr>
            <a:xfrm>
              <a:off x="342" y="662"/>
              <a:ext cx="2270" cy="66"/>
            </a:xfrm>
            <a:prstGeom prst="rect">
              <a:avLst/>
            </a:prstGeom>
            <a:pattFill prst="sphere">
              <a:fgClr>
                <a:schemeClr val="bg1"/>
              </a:fgClr>
              <a:bgClr>
                <a:srgbClr val="C4E9F8"/>
              </a:bgClr>
            </a:pattFill>
            <a:ln w="9525">
              <a:noFill/>
            </a:ln>
          </p:spPr>
          <p:txBody>
            <a:bodyPr anchor="t"/>
            <a:p>
              <a:pPr eaLnBrk="0" hangingPunct="0"/>
              <a:endParaRPr lang="zh-CN" altLang="en-US">
                <a:latin typeface="Times New Roman" panose="02020603050405020304" pitchFamily="18" charset="0"/>
                <a:ea typeface="宋体" panose="02010600030101010101" pitchFamily="2" charset="-122"/>
              </a:endParaRPr>
            </a:p>
          </p:txBody>
        </p:sp>
        <p:sp>
          <p:nvSpPr>
            <p:cNvPr id="24670" name="矩形 573535"/>
            <p:cNvSpPr/>
            <p:nvPr/>
          </p:nvSpPr>
          <p:spPr>
            <a:xfrm>
              <a:off x="314" y="323"/>
              <a:ext cx="2301" cy="234"/>
            </a:xfrm>
            <a:prstGeom prst="rect">
              <a:avLst/>
            </a:prstGeom>
          </p:spPr>
          <p:txBody>
            <a:bodyPr wrap="none" fromWordArt="1">
              <a:prstTxWarp prst="textPlain">
                <a:avLst>
                  <a:gd name="adj" fmla="val 50000"/>
                </a:avLst>
              </a:prstTxWarp>
              <a:normAutofit/>
            </a:bodyPr>
            <a:p>
              <a:pPr algn="ctr"/>
              <a:r>
                <a:rPr lang="zh-CN" altLang="en-US" sz="1800">
                  <a:ln w="9525" cap="flat" cmpd="sng">
                    <a:solidFill>
                      <a:srgbClr val="CC0000"/>
                    </a:solidFill>
                    <a:prstDash val="solid"/>
                    <a:round/>
                    <a:headEnd type="none" w="med" len="med"/>
                    <a:tailEnd type="none" w="med" len="med"/>
                  </a:ln>
                  <a:solidFill>
                    <a:srgbClr val="CC0000"/>
                  </a:solidFill>
                  <a:latin typeface="华文中宋" panose="02010600040101010101" pitchFamily="2" charset="-122"/>
                  <a:ea typeface="华文中宋" panose="02010600040101010101" pitchFamily="2" charset="-122"/>
                </a:rPr>
                <a:t>驻波的相位特点</a:t>
              </a:r>
              <a:endParaRPr lang="zh-CN" altLang="en-US" sz="1800">
                <a:ln w="9525" cap="flat" cmpd="sng">
                  <a:solidFill>
                    <a:srgbClr val="CC0000"/>
                  </a:solidFill>
                  <a:prstDash val="solid"/>
                  <a:round/>
                  <a:headEnd type="none" w="med" len="med"/>
                  <a:tailEnd type="none" w="med" len="med"/>
                </a:ln>
                <a:solidFill>
                  <a:srgbClr val="CC0000"/>
                </a:solidFill>
                <a:latin typeface="华文中宋" panose="02010600040101010101" pitchFamily="2" charset="-122"/>
                <a:ea typeface="华文中宋" panose="02010600040101010101" pitchFamily="2" charset="-122"/>
              </a:endParaRPr>
            </a:p>
          </p:txBody>
        </p:sp>
      </p:grpSp>
      <p:grpSp>
        <p:nvGrpSpPr>
          <p:cNvPr id="573537" name="组合 573536"/>
          <p:cNvGrpSpPr/>
          <p:nvPr/>
        </p:nvGrpSpPr>
        <p:grpSpPr>
          <a:xfrm>
            <a:off x="611188" y="3340100"/>
            <a:ext cx="5119687" cy="2273300"/>
            <a:chOff x="362" y="1660"/>
            <a:chExt cx="3225" cy="1432"/>
          </a:xfrm>
        </p:grpSpPr>
        <p:sp>
          <p:nvSpPr>
            <p:cNvPr id="24672" name="文本框 573537"/>
            <p:cNvSpPr txBox="1"/>
            <p:nvPr/>
          </p:nvSpPr>
          <p:spPr>
            <a:xfrm flipH="1">
              <a:off x="382" y="2526"/>
              <a:ext cx="3205" cy="288"/>
            </a:xfrm>
            <a:prstGeom prst="rect">
              <a:avLst/>
            </a:prstGeom>
            <a:noFill/>
            <a:ln w="9525">
              <a:noFill/>
            </a:ln>
          </p:spPr>
          <p:txBody>
            <a:bodyPr anchor="t">
              <a:spAutoFit/>
            </a:bodyPr>
            <a:p>
              <a:pPr>
                <a:lnSpc>
                  <a:spcPct val="100000"/>
                </a:lnSpc>
              </a:pPr>
              <a:r>
                <a:rPr lang="zh-CN" altLang="en-US" sz="2400" dirty="0">
                  <a:solidFill>
                    <a:srgbClr val="FF3300"/>
                  </a:solidFill>
                  <a:latin typeface="Times New Roman" panose="02020603050405020304" pitchFamily="18" charset="0"/>
                  <a:ea typeface="华文中宋" panose="02010600040101010101" pitchFamily="2" charset="-122"/>
                </a:rPr>
                <a:t>波节两侧</a:t>
              </a:r>
              <a:r>
                <a:rPr lang="zh-CN" altLang="en-US" sz="2400" dirty="0">
                  <a:latin typeface="Times New Roman" panose="02020603050405020304" pitchFamily="18" charset="0"/>
                  <a:ea typeface="华文中宋" panose="02010600040101010101" pitchFamily="2" charset="-122"/>
                </a:rPr>
                <a:t>的各质点的振动</a:t>
              </a:r>
              <a:endParaRPr lang="zh-CN" altLang="en-US" sz="2400">
                <a:latin typeface="Times New Roman" panose="02020603050405020304" pitchFamily="18" charset="0"/>
                <a:ea typeface="华文中宋" panose="02010600040101010101" pitchFamily="2" charset="-122"/>
              </a:endParaRPr>
            </a:p>
          </p:txBody>
        </p:sp>
        <p:sp>
          <p:nvSpPr>
            <p:cNvPr id="24673" name="文本框 573538"/>
            <p:cNvSpPr txBox="1"/>
            <p:nvPr/>
          </p:nvSpPr>
          <p:spPr>
            <a:xfrm flipH="1">
              <a:off x="961" y="1660"/>
              <a:ext cx="1630" cy="288"/>
            </a:xfrm>
            <a:prstGeom prst="rect">
              <a:avLst/>
            </a:prstGeom>
            <a:noFill/>
            <a:ln w="9525">
              <a:noFill/>
            </a:ln>
          </p:spPr>
          <p:txBody>
            <a:bodyPr anchor="t">
              <a:spAutoFit/>
            </a:bodyPr>
            <a:p>
              <a:pPr>
                <a:lnSpc>
                  <a:spcPct val="100000"/>
                </a:lnSpc>
              </a:pPr>
              <a:r>
                <a:rPr lang="zh-CN" altLang="en-US" sz="2400" dirty="0">
                  <a:latin typeface="Times New Roman" panose="02020603050405020304" pitchFamily="18" charset="0"/>
                  <a:ea typeface="华文中宋" panose="02010600040101010101" pitchFamily="2" charset="-122"/>
                </a:rPr>
                <a:t>同一时刻，</a:t>
              </a:r>
              <a:endParaRPr lang="zh-CN" altLang="en-US" sz="2400">
                <a:latin typeface="Times New Roman" panose="02020603050405020304" pitchFamily="18" charset="0"/>
                <a:ea typeface="华文中宋" panose="02010600040101010101" pitchFamily="2" charset="-122"/>
              </a:endParaRPr>
            </a:p>
          </p:txBody>
        </p:sp>
        <p:sp>
          <p:nvSpPr>
            <p:cNvPr id="24674" name="文本框 573539"/>
            <p:cNvSpPr txBox="1"/>
            <p:nvPr/>
          </p:nvSpPr>
          <p:spPr>
            <a:xfrm flipH="1">
              <a:off x="362" y="1946"/>
              <a:ext cx="2931" cy="288"/>
            </a:xfrm>
            <a:prstGeom prst="rect">
              <a:avLst/>
            </a:prstGeom>
            <a:noFill/>
            <a:ln w="9525">
              <a:noFill/>
            </a:ln>
          </p:spPr>
          <p:txBody>
            <a:bodyPr anchor="t">
              <a:spAutoFit/>
            </a:bodyPr>
            <a:p>
              <a:pPr>
                <a:lnSpc>
                  <a:spcPct val="100000"/>
                </a:lnSpc>
              </a:pPr>
              <a:r>
                <a:rPr lang="zh-CN" altLang="en-US" sz="2400" dirty="0">
                  <a:latin typeface="Times New Roman" panose="02020603050405020304" pitchFamily="18" charset="0"/>
                  <a:ea typeface="华文中宋" panose="02010600040101010101" pitchFamily="2" charset="-122"/>
                </a:rPr>
                <a:t>相邻两</a:t>
              </a:r>
              <a:r>
                <a:rPr lang="zh-CN" altLang="en-US" sz="2400" dirty="0">
                  <a:solidFill>
                    <a:srgbClr val="FF3300"/>
                  </a:solidFill>
                  <a:latin typeface="Times New Roman" panose="02020603050405020304" pitchFamily="18" charset="0"/>
                  <a:ea typeface="华文中宋" panose="02010600040101010101" pitchFamily="2" charset="-122"/>
                </a:rPr>
                <a:t>波节之间</a:t>
              </a:r>
              <a:r>
                <a:rPr lang="zh-CN" altLang="en-US" sz="2400" dirty="0">
                  <a:latin typeface="Times New Roman" panose="02020603050405020304" pitchFamily="18" charset="0"/>
                  <a:ea typeface="华文中宋" panose="02010600040101010101" pitchFamily="2" charset="-122"/>
                </a:rPr>
                <a:t>的各质点</a:t>
              </a:r>
              <a:endParaRPr lang="zh-CN" altLang="en-US" sz="2400">
                <a:latin typeface="Times New Roman" panose="02020603050405020304" pitchFamily="18" charset="0"/>
                <a:ea typeface="华文中宋" panose="02010600040101010101" pitchFamily="2" charset="-122"/>
              </a:endParaRPr>
            </a:p>
          </p:txBody>
        </p:sp>
        <p:sp>
          <p:nvSpPr>
            <p:cNvPr id="24675" name="文本框 573540"/>
            <p:cNvSpPr txBox="1"/>
            <p:nvPr/>
          </p:nvSpPr>
          <p:spPr>
            <a:xfrm flipH="1">
              <a:off x="708" y="2246"/>
              <a:ext cx="2398" cy="288"/>
            </a:xfrm>
            <a:prstGeom prst="rect">
              <a:avLst/>
            </a:prstGeom>
            <a:noFill/>
            <a:ln w="9525">
              <a:noFill/>
            </a:ln>
          </p:spPr>
          <p:txBody>
            <a:bodyPr anchor="t">
              <a:spAutoFit/>
            </a:bodyPr>
            <a:p>
              <a:pPr>
                <a:lnSpc>
                  <a:spcPct val="100000"/>
                </a:lnSpc>
              </a:pPr>
              <a:r>
                <a:rPr lang="zh-CN" altLang="en-US" sz="2400" dirty="0">
                  <a:latin typeface="Times New Roman" panose="02020603050405020304" pitchFamily="18" charset="0"/>
                  <a:ea typeface="华文中宋" panose="02010600040101010101" pitchFamily="2" charset="-122"/>
                </a:rPr>
                <a:t>的振动相位</a:t>
              </a:r>
              <a:r>
                <a:rPr lang="zh-CN" altLang="en-US" sz="2400" dirty="0">
                  <a:solidFill>
                    <a:srgbClr val="FF3300"/>
                  </a:solidFill>
                  <a:latin typeface="Times New Roman" panose="02020603050405020304" pitchFamily="18" charset="0"/>
                  <a:ea typeface="华文中宋" panose="02010600040101010101" pitchFamily="2" charset="-122"/>
                </a:rPr>
                <a:t>相同</a:t>
              </a:r>
              <a:r>
                <a:rPr lang="zh-CN" altLang="en-US" sz="2400" dirty="0">
                  <a:latin typeface="Times New Roman" panose="02020603050405020304" pitchFamily="18" charset="0"/>
                  <a:ea typeface="华文中宋" panose="02010600040101010101" pitchFamily="2" charset="-122"/>
                </a:rPr>
                <a:t>；</a:t>
              </a:r>
              <a:endParaRPr lang="zh-CN" altLang="en-US" sz="2400">
                <a:latin typeface="Times New Roman" panose="02020603050405020304" pitchFamily="18" charset="0"/>
                <a:ea typeface="华文中宋" panose="02010600040101010101" pitchFamily="2" charset="-122"/>
              </a:endParaRPr>
            </a:p>
          </p:txBody>
        </p:sp>
        <p:sp>
          <p:nvSpPr>
            <p:cNvPr id="24676" name="文本框 573541"/>
            <p:cNvSpPr txBox="1"/>
            <p:nvPr/>
          </p:nvSpPr>
          <p:spPr>
            <a:xfrm>
              <a:off x="1001" y="2804"/>
              <a:ext cx="2132" cy="288"/>
            </a:xfrm>
            <a:prstGeom prst="rect">
              <a:avLst/>
            </a:prstGeom>
            <a:noFill/>
            <a:ln w="9525">
              <a:noFill/>
            </a:ln>
          </p:spPr>
          <p:txBody>
            <a:bodyPr anchor="t">
              <a:spAutoFit/>
            </a:bodyPr>
            <a:p>
              <a:pPr>
                <a:lnSpc>
                  <a:spcPct val="100000"/>
                </a:lnSpc>
              </a:pPr>
              <a:r>
                <a:rPr lang="zh-CN" altLang="en-US" sz="2400" dirty="0">
                  <a:latin typeface="Times New Roman" panose="02020603050405020304" pitchFamily="18" charset="0"/>
                  <a:ea typeface="华文中宋" panose="02010600040101010101" pitchFamily="2" charset="-122"/>
                </a:rPr>
                <a:t>相位</a:t>
              </a:r>
              <a:r>
                <a:rPr lang="zh-CN" altLang="en-US" sz="2400" dirty="0">
                  <a:solidFill>
                    <a:srgbClr val="FF3300"/>
                  </a:solidFill>
                  <a:latin typeface="Times New Roman" panose="02020603050405020304" pitchFamily="18" charset="0"/>
                  <a:ea typeface="华文中宋" panose="02010600040101010101" pitchFamily="2" charset="-122"/>
                </a:rPr>
                <a:t>相反</a:t>
              </a:r>
              <a:r>
                <a:rPr lang="zh-CN" altLang="en-US" sz="2400" dirty="0">
                  <a:latin typeface="Times New Roman" panose="02020603050405020304" pitchFamily="18" charset="0"/>
                  <a:ea typeface="华文中宋" panose="02010600040101010101" pitchFamily="2" charset="-122"/>
                </a:rPr>
                <a:t>。</a:t>
              </a:r>
              <a:endParaRPr lang="zh-CN" altLang="en-US" sz="2400">
                <a:latin typeface="Times New Roman" panose="02020603050405020304" pitchFamily="18" charset="0"/>
                <a:ea typeface="华文中宋" panose="02010600040101010101" pitchFamily="2" charset="-122"/>
              </a:endParaRPr>
            </a:p>
          </p:txBody>
        </p:sp>
      </p:grpSp>
      <p:grpSp>
        <p:nvGrpSpPr>
          <p:cNvPr id="573543" name="组合 573542"/>
          <p:cNvGrpSpPr/>
          <p:nvPr/>
        </p:nvGrpSpPr>
        <p:grpSpPr>
          <a:xfrm>
            <a:off x="5332413" y="2151063"/>
            <a:ext cx="3192462" cy="938212"/>
            <a:chOff x="3245" y="1836"/>
            <a:chExt cx="2011" cy="591"/>
          </a:xfrm>
        </p:grpSpPr>
        <p:sp>
          <p:nvSpPr>
            <p:cNvPr id="24678" name="任意多边形 573543"/>
            <p:cNvSpPr/>
            <p:nvPr/>
          </p:nvSpPr>
          <p:spPr>
            <a:xfrm>
              <a:off x="4582" y="1836"/>
              <a:ext cx="674" cy="297"/>
            </a:xfrm>
            <a:custGeom>
              <a:avLst/>
              <a:gdLst/>
              <a:ahLst/>
              <a:cxnLst/>
              <a:pathLst>
                <a:path w="2531" h="1622">
                  <a:moveTo>
                    <a:pt x="0" y="1622"/>
                  </a:moveTo>
                  <a:cubicBezTo>
                    <a:pt x="145" y="1334"/>
                    <a:pt x="291" y="1046"/>
                    <a:pt x="432" y="811"/>
                  </a:cubicBezTo>
                  <a:cubicBezTo>
                    <a:pt x="573" y="576"/>
                    <a:pt x="709" y="347"/>
                    <a:pt x="848" y="212"/>
                  </a:cubicBezTo>
                  <a:cubicBezTo>
                    <a:pt x="987" y="77"/>
                    <a:pt x="1125" y="0"/>
                    <a:pt x="1265" y="0"/>
                  </a:cubicBezTo>
                  <a:cubicBezTo>
                    <a:pt x="1405" y="0"/>
                    <a:pt x="1549" y="75"/>
                    <a:pt x="1690" y="212"/>
                  </a:cubicBezTo>
                  <a:cubicBezTo>
                    <a:pt x="1831" y="349"/>
                    <a:pt x="1974" y="585"/>
                    <a:pt x="2114" y="819"/>
                  </a:cubicBezTo>
                  <a:cubicBezTo>
                    <a:pt x="2254" y="1053"/>
                    <a:pt x="2392" y="1333"/>
                    <a:pt x="2531" y="1614"/>
                  </a:cubicBezTo>
                </a:path>
              </a:pathLst>
            </a:custGeom>
            <a:pattFill prst="dkVert">
              <a:fgClr>
                <a:schemeClr val="folHlink"/>
              </a:fgClr>
              <a:bgClr>
                <a:schemeClr val="bg1"/>
              </a:bgClr>
            </a:pattFill>
            <a:ln w="38100" cap="flat" cmpd="sng">
              <a:solidFill>
                <a:schemeClr val="tx1"/>
              </a:solidFill>
              <a:prstDash val="solid"/>
              <a:round/>
              <a:headEnd type="none" w="med" len="med"/>
              <a:tailEnd type="none" w="med" len="med"/>
            </a:ln>
          </p:spPr>
          <p:txBody>
            <a:bodyPr/>
            <a:p>
              <a:endParaRPr lang="zh-CN" altLang="en-US"/>
            </a:p>
          </p:txBody>
        </p:sp>
        <p:grpSp>
          <p:nvGrpSpPr>
            <p:cNvPr id="24679" name="组合 573544"/>
            <p:cNvGrpSpPr/>
            <p:nvPr/>
          </p:nvGrpSpPr>
          <p:grpSpPr>
            <a:xfrm>
              <a:off x="3245" y="1842"/>
              <a:ext cx="1343" cy="585"/>
              <a:chOff x="2493" y="2144"/>
              <a:chExt cx="1343" cy="585"/>
            </a:xfrm>
          </p:grpSpPr>
          <p:sp>
            <p:nvSpPr>
              <p:cNvPr id="24680" name="任意多边形 573545"/>
              <p:cNvSpPr/>
              <p:nvPr/>
            </p:nvSpPr>
            <p:spPr>
              <a:xfrm>
                <a:off x="2493" y="2144"/>
                <a:ext cx="674" cy="297"/>
              </a:xfrm>
              <a:custGeom>
                <a:avLst/>
                <a:gdLst/>
                <a:ahLst/>
                <a:cxnLst/>
                <a:pathLst>
                  <a:path w="2531" h="1622">
                    <a:moveTo>
                      <a:pt x="0" y="1622"/>
                    </a:moveTo>
                    <a:cubicBezTo>
                      <a:pt x="145" y="1334"/>
                      <a:pt x="291" y="1046"/>
                      <a:pt x="432" y="811"/>
                    </a:cubicBezTo>
                    <a:cubicBezTo>
                      <a:pt x="573" y="576"/>
                      <a:pt x="709" y="347"/>
                      <a:pt x="848" y="212"/>
                    </a:cubicBezTo>
                    <a:cubicBezTo>
                      <a:pt x="987" y="77"/>
                      <a:pt x="1125" y="0"/>
                      <a:pt x="1265" y="0"/>
                    </a:cubicBezTo>
                    <a:cubicBezTo>
                      <a:pt x="1405" y="0"/>
                      <a:pt x="1549" y="75"/>
                      <a:pt x="1690" y="212"/>
                    </a:cubicBezTo>
                    <a:cubicBezTo>
                      <a:pt x="1831" y="349"/>
                      <a:pt x="1974" y="585"/>
                      <a:pt x="2114" y="819"/>
                    </a:cubicBezTo>
                    <a:cubicBezTo>
                      <a:pt x="2254" y="1053"/>
                      <a:pt x="2392" y="1333"/>
                      <a:pt x="2531" y="1614"/>
                    </a:cubicBezTo>
                  </a:path>
                </a:pathLst>
              </a:custGeom>
              <a:pattFill prst="dkVert">
                <a:fgClr>
                  <a:schemeClr val="folHlink"/>
                </a:fgClr>
                <a:bgClr>
                  <a:schemeClr val="bg1"/>
                </a:bgClr>
              </a:pattFill>
              <a:ln w="38100" cap="flat" cmpd="sng">
                <a:solidFill>
                  <a:schemeClr val="tx1"/>
                </a:solidFill>
                <a:prstDash val="solid"/>
                <a:round/>
                <a:headEnd type="none" w="med" len="med"/>
                <a:tailEnd type="none" w="med" len="med"/>
              </a:ln>
            </p:spPr>
            <p:txBody>
              <a:bodyPr/>
              <a:p>
                <a:endParaRPr lang="zh-CN" altLang="en-US"/>
              </a:p>
            </p:txBody>
          </p:sp>
          <p:sp>
            <p:nvSpPr>
              <p:cNvPr id="24681" name="任意多边形 573546"/>
              <p:cNvSpPr/>
              <p:nvPr/>
            </p:nvSpPr>
            <p:spPr>
              <a:xfrm flipV="1">
                <a:off x="3162" y="2432"/>
                <a:ext cx="674" cy="297"/>
              </a:xfrm>
              <a:custGeom>
                <a:avLst/>
                <a:gdLst/>
                <a:ahLst/>
                <a:cxnLst/>
                <a:pathLst>
                  <a:path w="2531" h="1622">
                    <a:moveTo>
                      <a:pt x="0" y="1622"/>
                    </a:moveTo>
                    <a:cubicBezTo>
                      <a:pt x="145" y="1334"/>
                      <a:pt x="291" y="1046"/>
                      <a:pt x="432" y="811"/>
                    </a:cubicBezTo>
                    <a:cubicBezTo>
                      <a:pt x="573" y="576"/>
                      <a:pt x="709" y="347"/>
                      <a:pt x="848" y="212"/>
                    </a:cubicBezTo>
                    <a:cubicBezTo>
                      <a:pt x="987" y="77"/>
                      <a:pt x="1125" y="0"/>
                      <a:pt x="1265" y="0"/>
                    </a:cubicBezTo>
                    <a:cubicBezTo>
                      <a:pt x="1405" y="0"/>
                      <a:pt x="1549" y="75"/>
                      <a:pt x="1690" y="212"/>
                    </a:cubicBezTo>
                    <a:cubicBezTo>
                      <a:pt x="1831" y="349"/>
                      <a:pt x="1974" y="585"/>
                      <a:pt x="2114" y="819"/>
                    </a:cubicBezTo>
                    <a:cubicBezTo>
                      <a:pt x="2254" y="1053"/>
                      <a:pt x="2392" y="1333"/>
                      <a:pt x="2531" y="1614"/>
                    </a:cubicBezTo>
                  </a:path>
                </a:pathLst>
              </a:custGeom>
              <a:pattFill prst="dkVert">
                <a:fgClr>
                  <a:schemeClr val="folHlink"/>
                </a:fgClr>
                <a:bgClr>
                  <a:schemeClr val="bg1"/>
                </a:bgClr>
              </a:pattFill>
              <a:ln w="38100" cap="flat" cmpd="sng">
                <a:solidFill>
                  <a:schemeClr val="tx1"/>
                </a:solidFill>
                <a:prstDash val="solid"/>
                <a:round/>
                <a:headEnd type="none" w="med" len="med"/>
                <a:tailEnd type="none" w="med" len="med"/>
              </a:ln>
            </p:spPr>
            <p:txBody>
              <a:bodyPr/>
              <a:p>
                <a:endParaRPr lang="zh-CN" altLang="en-US"/>
              </a:p>
            </p:txBody>
          </p:sp>
        </p:grpSp>
      </p:grpSp>
      <p:sp>
        <p:nvSpPr>
          <p:cNvPr id="573548" name="矩形 573547"/>
          <p:cNvSpPr/>
          <p:nvPr/>
        </p:nvSpPr>
        <p:spPr>
          <a:xfrm>
            <a:off x="5308600" y="2063750"/>
            <a:ext cx="3235325" cy="1108075"/>
          </a:xfrm>
          <a:prstGeom prst="rect">
            <a:avLst/>
          </a:prstGeom>
          <a:solidFill>
            <a:schemeClr val="bg1"/>
          </a:solidFill>
          <a:ln w="9525" cap="flat" cmpd="sng">
            <a:solidFill>
              <a:schemeClr val="bg1"/>
            </a:solidFill>
            <a:prstDash val="solid"/>
            <a:miter/>
            <a:headEnd type="none" w="med" len="med"/>
            <a:tailEnd type="none" w="med" len="med"/>
          </a:ln>
        </p:spPr>
        <p:txBody>
          <a:bodyPr anchor="t"/>
          <a:p>
            <a:pPr eaLnBrk="0" hangingPunct="0"/>
            <a:endParaRPr lang="zh-CN" altLang="en-US">
              <a:latin typeface="Times New Roman" panose="02020603050405020304" pitchFamily="18" charset="0"/>
              <a:ea typeface="宋体" panose="02010600030101010101" pitchFamily="2" charset="-122"/>
            </a:endParaRPr>
          </a:p>
        </p:txBody>
      </p:sp>
      <p:sp>
        <p:nvSpPr>
          <p:cNvPr id="24683" name="矩形 573548"/>
          <p:cNvSpPr/>
          <p:nvPr/>
        </p:nvSpPr>
        <p:spPr>
          <a:xfrm>
            <a:off x="4533900" y="2228850"/>
            <a:ext cx="263525" cy="901700"/>
          </a:xfrm>
          <a:prstGeom prst="rect">
            <a:avLst/>
          </a:prstGeom>
          <a:solidFill>
            <a:srgbClr val="F8F8F8"/>
          </a:solidFill>
          <a:ln w="9525">
            <a:noFill/>
          </a:ln>
        </p:spPr>
        <p:txBody>
          <a:bodyPr anchor="t"/>
          <a:p>
            <a:pPr eaLnBrk="0" hangingPunct="0"/>
            <a:endParaRPr lang="zh-CN" altLang="en-US">
              <a:latin typeface="Times New Roman" panose="02020603050405020304" pitchFamily="18" charset="0"/>
              <a:ea typeface="宋体" panose="02010600030101010101" pitchFamily="2" charset="-122"/>
            </a:endParaRPr>
          </a:p>
        </p:txBody>
      </p:sp>
      <p:sp>
        <p:nvSpPr>
          <p:cNvPr id="573550" name="直接连接符 573549"/>
          <p:cNvSpPr/>
          <p:nvPr/>
        </p:nvSpPr>
        <p:spPr>
          <a:xfrm flipV="1">
            <a:off x="5403850" y="2628900"/>
            <a:ext cx="3067050" cy="0"/>
          </a:xfrm>
          <a:prstGeom prst="line">
            <a:avLst/>
          </a:prstGeom>
          <a:ln w="38100" cap="flat" cmpd="sng">
            <a:solidFill>
              <a:schemeClr val="tx1"/>
            </a:solidFill>
            <a:prstDash val="solid"/>
            <a:round/>
            <a:headEnd type="none" w="med" len="med"/>
            <a:tailEnd type="none" w="med" len="med"/>
          </a:ln>
        </p:spPr>
      </p:sp>
      <p:grpSp>
        <p:nvGrpSpPr>
          <p:cNvPr id="573551" name="组合 573550"/>
          <p:cNvGrpSpPr/>
          <p:nvPr/>
        </p:nvGrpSpPr>
        <p:grpSpPr>
          <a:xfrm>
            <a:off x="5337175" y="2154238"/>
            <a:ext cx="3206750" cy="958850"/>
            <a:chOff x="3346" y="921"/>
            <a:chExt cx="2020" cy="604"/>
          </a:xfrm>
        </p:grpSpPr>
        <p:grpSp>
          <p:nvGrpSpPr>
            <p:cNvPr id="24686" name="组合 573551"/>
            <p:cNvGrpSpPr/>
            <p:nvPr/>
          </p:nvGrpSpPr>
          <p:grpSpPr>
            <a:xfrm>
              <a:off x="3346" y="921"/>
              <a:ext cx="2016" cy="604"/>
              <a:chOff x="3346" y="921"/>
              <a:chExt cx="2016" cy="604"/>
            </a:xfrm>
          </p:grpSpPr>
          <p:grpSp>
            <p:nvGrpSpPr>
              <p:cNvPr id="24687" name="组合 573552"/>
              <p:cNvGrpSpPr/>
              <p:nvPr/>
            </p:nvGrpSpPr>
            <p:grpSpPr>
              <a:xfrm>
                <a:off x="3346" y="921"/>
                <a:ext cx="2011" cy="591"/>
                <a:chOff x="3331" y="1626"/>
                <a:chExt cx="2011" cy="591"/>
              </a:xfrm>
            </p:grpSpPr>
            <p:sp>
              <p:nvSpPr>
                <p:cNvPr id="24688" name="任意多边形 573553"/>
                <p:cNvSpPr/>
                <p:nvPr/>
              </p:nvSpPr>
              <p:spPr>
                <a:xfrm>
                  <a:off x="4668" y="1626"/>
                  <a:ext cx="674" cy="297"/>
                </a:xfrm>
                <a:custGeom>
                  <a:avLst/>
                  <a:gdLst/>
                  <a:ahLst/>
                  <a:cxnLst/>
                  <a:pathLst>
                    <a:path w="2531" h="1622">
                      <a:moveTo>
                        <a:pt x="0" y="1622"/>
                      </a:moveTo>
                      <a:cubicBezTo>
                        <a:pt x="145" y="1334"/>
                        <a:pt x="291" y="1046"/>
                        <a:pt x="432" y="811"/>
                      </a:cubicBezTo>
                      <a:cubicBezTo>
                        <a:pt x="573" y="576"/>
                        <a:pt x="709" y="347"/>
                        <a:pt x="848" y="212"/>
                      </a:cubicBezTo>
                      <a:cubicBezTo>
                        <a:pt x="987" y="77"/>
                        <a:pt x="1125" y="0"/>
                        <a:pt x="1265" y="0"/>
                      </a:cubicBezTo>
                      <a:cubicBezTo>
                        <a:pt x="1405" y="0"/>
                        <a:pt x="1549" y="75"/>
                        <a:pt x="1690" y="212"/>
                      </a:cubicBezTo>
                      <a:cubicBezTo>
                        <a:pt x="1831" y="349"/>
                        <a:pt x="1974" y="585"/>
                        <a:pt x="2114" y="819"/>
                      </a:cubicBezTo>
                      <a:cubicBezTo>
                        <a:pt x="2254" y="1053"/>
                        <a:pt x="2392" y="1333"/>
                        <a:pt x="2531" y="1614"/>
                      </a:cubicBezTo>
                    </a:path>
                  </a:pathLst>
                </a:custGeom>
                <a:noFill/>
                <a:ln w="28575" cap="rnd" cmpd="sng">
                  <a:solidFill>
                    <a:schemeClr val="tx1"/>
                  </a:solidFill>
                  <a:prstDash val="sysDot"/>
                  <a:round/>
                  <a:headEnd type="none" w="med" len="med"/>
                  <a:tailEnd type="none" w="med" len="med"/>
                </a:ln>
              </p:spPr>
              <p:txBody>
                <a:bodyPr/>
                <a:p>
                  <a:endParaRPr lang="zh-CN" altLang="en-US"/>
                </a:p>
              </p:txBody>
            </p:sp>
            <p:grpSp>
              <p:nvGrpSpPr>
                <p:cNvPr id="24689" name="组合 573554"/>
                <p:cNvGrpSpPr/>
                <p:nvPr/>
              </p:nvGrpSpPr>
              <p:grpSpPr>
                <a:xfrm>
                  <a:off x="3331" y="1632"/>
                  <a:ext cx="1343" cy="585"/>
                  <a:chOff x="2493" y="2144"/>
                  <a:chExt cx="1343" cy="585"/>
                </a:xfrm>
              </p:grpSpPr>
              <p:sp>
                <p:nvSpPr>
                  <p:cNvPr id="24690" name="任意多边形 573555"/>
                  <p:cNvSpPr/>
                  <p:nvPr/>
                </p:nvSpPr>
                <p:spPr>
                  <a:xfrm>
                    <a:off x="2493" y="2144"/>
                    <a:ext cx="674" cy="297"/>
                  </a:xfrm>
                  <a:custGeom>
                    <a:avLst/>
                    <a:gdLst/>
                    <a:ahLst/>
                    <a:cxnLst/>
                    <a:pathLst>
                      <a:path w="2531" h="1622">
                        <a:moveTo>
                          <a:pt x="0" y="1622"/>
                        </a:moveTo>
                        <a:cubicBezTo>
                          <a:pt x="145" y="1334"/>
                          <a:pt x="291" y="1046"/>
                          <a:pt x="432" y="811"/>
                        </a:cubicBezTo>
                        <a:cubicBezTo>
                          <a:pt x="573" y="576"/>
                          <a:pt x="709" y="347"/>
                          <a:pt x="848" y="212"/>
                        </a:cubicBezTo>
                        <a:cubicBezTo>
                          <a:pt x="987" y="77"/>
                          <a:pt x="1125" y="0"/>
                          <a:pt x="1265" y="0"/>
                        </a:cubicBezTo>
                        <a:cubicBezTo>
                          <a:pt x="1405" y="0"/>
                          <a:pt x="1549" y="75"/>
                          <a:pt x="1690" y="212"/>
                        </a:cubicBezTo>
                        <a:cubicBezTo>
                          <a:pt x="1831" y="349"/>
                          <a:pt x="1974" y="585"/>
                          <a:pt x="2114" y="819"/>
                        </a:cubicBezTo>
                        <a:cubicBezTo>
                          <a:pt x="2254" y="1053"/>
                          <a:pt x="2392" y="1333"/>
                          <a:pt x="2531" y="1614"/>
                        </a:cubicBezTo>
                      </a:path>
                    </a:pathLst>
                  </a:custGeom>
                  <a:noFill/>
                  <a:ln w="28575" cap="rnd" cmpd="sng">
                    <a:solidFill>
                      <a:schemeClr val="tx1"/>
                    </a:solidFill>
                    <a:prstDash val="sysDot"/>
                    <a:round/>
                    <a:headEnd type="none" w="med" len="med"/>
                    <a:tailEnd type="none" w="med" len="med"/>
                  </a:ln>
                </p:spPr>
                <p:txBody>
                  <a:bodyPr/>
                  <a:p>
                    <a:endParaRPr lang="zh-CN" altLang="en-US"/>
                  </a:p>
                </p:txBody>
              </p:sp>
              <p:sp>
                <p:nvSpPr>
                  <p:cNvPr id="24691" name="任意多边形 573556"/>
                  <p:cNvSpPr/>
                  <p:nvPr/>
                </p:nvSpPr>
                <p:spPr>
                  <a:xfrm flipV="1">
                    <a:off x="3162" y="2432"/>
                    <a:ext cx="674" cy="297"/>
                  </a:xfrm>
                  <a:custGeom>
                    <a:avLst/>
                    <a:gdLst/>
                    <a:ahLst/>
                    <a:cxnLst/>
                    <a:pathLst>
                      <a:path w="2531" h="1622">
                        <a:moveTo>
                          <a:pt x="0" y="1622"/>
                        </a:moveTo>
                        <a:cubicBezTo>
                          <a:pt x="145" y="1334"/>
                          <a:pt x="291" y="1046"/>
                          <a:pt x="432" y="811"/>
                        </a:cubicBezTo>
                        <a:cubicBezTo>
                          <a:pt x="573" y="576"/>
                          <a:pt x="709" y="347"/>
                          <a:pt x="848" y="212"/>
                        </a:cubicBezTo>
                        <a:cubicBezTo>
                          <a:pt x="987" y="77"/>
                          <a:pt x="1125" y="0"/>
                          <a:pt x="1265" y="0"/>
                        </a:cubicBezTo>
                        <a:cubicBezTo>
                          <a:pt x="1405" y="0"/>
                          <a:pt x="1549" y="75"/>
                          <a:pt x="1690" y="212"/>
                        </a:cubicBezTo>
                        <a:cubicBezTo>
                          <a:pt x="1831" y="349"/>
                          <a:pt x="1974" y="585"/>
                          <a:pt x="2114" y="819"/>
                        </a:cubicBezTo>
                        <a:cubicBezTo>
                          <a:pt x="2254" y="1053"/>
                          <a:pt x="2392" y="1333"/>
                          <a:pt x="2531" y="1614"/>
                        </a:cubicBezTo>
                      </a:path>
                    </a:pathLst>
                  </a:custGeom>
                  <a:noFill/>
                  <a:ln w="28575" cap="rnd" cmpd="sng">
                    <a:solidFill>
                      <a:schemeClr val="tx1"/>
                    </a:solidFill>
                    <a:prstDash val="sysDot"/>
                    <a:round/>
                    <a:headEnd type="none" w="med" len="med"/>
                    <a:tailEnd type="none" w="med" len="med"/>
                  </a:ln>
                </p:spPr>
                <p:txBody>
                  <a:bodyPr/>
                  <a:p>
                    <a:endParaRPr lang="zh-CN" altLang="en-US"/>
                  </a:p>
                </p:txBody>
              </p:sp>
            </p:grpSp>
          </p:grpSp>
          <p:grpSp>
            <p:nvGrpSpPr>
              <p:cNvPr id="24692" name="组合 573557"/>
              <p:cNvGrpSpPr/>
              <p:nvPr/>
            </p:nvGrpSpPr>
            <p:grpSpPr>
              <a:xfrm flipV="1">
                <a:off x="3351" y="934"/>
                <a:ext cx="2011" cy="591"/>
                <a:chOff x="3331" y="1626"/>
                <a:chExt cx="2011" cy="591"/>
              </a:xfrm>
            </p:grpSpPr>
            <p:sp>
              <p:nvSpPr>
                <p:cNvPr id="24693" name="任意多边形 573558"/>
                <p:cNvSpPr/>
                <p:nvPr/>
              </p:nvSpPr>
              <p:spPr>
                <a:xfrm>
                  <a:off x="4668" y="1626"/>
                  <a:ext cx="674" cy="297"/>
                </a:xfrm>
                <a:custGeom>
                  <a:avLst/>
                  <a:gdLst/>
                  <a:ahLst/>
                  <a:cxnLst/>
                  <a:pathLst>
                    <a:path w="2531" h="1622">
                      <a:moveTo>
                        <a:pt x="0" y="1622"/>
                      </a:moveTo>
                      <a:cubicBezTo>
                        <a:pt x="145" y="1334"/>
                        <a:pt x="291" y="1046"/>
                        <a:pt x="432" y="811"/>
                      </a:cubicBezTo>
                      <a:cubicBezTo>
                        <a:pt x="573" y="576"/>
                        <a:pt x="709" y="347"/>
                        <a:pt x="848" y="212"/>
                      </a:cubicBezTo>
                      <a:cubicBezTo>
                        <a:pt x="987" y="77"/>
                        <a:pt x="1125" y="0"/>
                        <a:pt x="1265" y="0"/>
                      </a:cubicBezTo>
                      <a:cubicBezTo>
                        <a:pt x="1405" y="0"/>
                        <a:pt x="1549" y="75"/>
                        <a:pt x="1690" y="212"/>
                      </a:cubicBezTo>
                      <a:cubicBezTo>
                        <a:pt x="1831" y="349"/>
                        <a:pt x="1974" y="585"/>
                        <a:pt x="2114" y="819"/>
                      </a:cubicBezTo>
                      <a:cubicBezTo>
                        <a:pt x="2254" y="1053"/>
                        <a:pt x="2392" y="1333"/>
                        <a:pt x="2531" y="1614"/>
                      </a:cubicBezTo>
                    </a:path>
                  </a:pathLst>
                </a:custGeom>
                <a:noFill/>
                <a:ln w="19050" cap="rnd" cmpd="sng">
                  <a:solidFill>
                    <a:schemeClr val="tx1"/>
                  </a:solidFill>
                  <a:prstDash val="sysDot"/>
                  <a:round/>
                  <a:headEnd type="none" w="med" len="med"/>
                  <a:tailEnd type="none" w="med" len="med"/>
                </a:ln>
              </p:spPr>
              <p:txBody>
                <a:bodyPr/>
                <a:p>
                  <a:endParaRPr lang="zh-CN" altLang="en-US"/>
                </a:p>
              </p:txBody>
            </p:sp>
            <p:grpSp>
              <p:nvGrpSpPr>
                <p:cNvPr id="24694" name="组合 573559"/>
                <p:cNvGrpSpPr/>
                <p:nvPr/>
              </p:nvGrpSpPr>
              <p:grpSpPr>
                <a:xfrm>
                  <a:off x="3331" y="1632"/>
                  <a:ext cx="1343" cy="585"/>
                  <a:chOff x="2493" y="2144"/>
                  <a:chExt cx="1343" cy="585"/>
                </a:xfrm>
              </p:grpSpPr>
              <p:sp>
                <p:nvSpPr>
                  <p:cNvPr id="24695" name="任意多边形 573560"/>
                  <p:cNvSpPr/>
                  <p:nvPr/>
                </p:nvSpPr>
                <p:spPr>
                  <a:xfrm>
                    <a:off x="2493" y="2144"/>
                    <a:ext cx="674" cy="297"/>
                  </a:xfrm>
                  <a:custGeom>
                    <a:avLst/>
                    <a:gdLst/>
                    <a:ahLst/>
                    <a:cxnLst/>
                    <a:pathLst>
                      <a:path w="2531" h="1622">
                        <a:moveTo>
                          <a:pt x="0" y="1622"/>
                        </a:moveTo>
                        <a:cubicBezTo>
                          <a:pt x="145" y="1334"/>
                          <a:pt x="291" y="1046"/>
                          <a:pt x="432" y="811"/>
                        </a:cubicBezTo>
                        <a:cubicBezTo>
                          <a:pt x="573" y="576"/>
                          <a:pt x="709" y="347"/>
                          <a:pt x="848" y="212"/>
                        </a:cubicBezTo>
                        <a:cubicBezTo>
                          <a:pt x="987" y="77"/>
                          <a:pt x="1125" y="0"/>
                          <a:pt x="1265" y="0"/>
                        </a:cubicBezTo>
                        <a:cubicBezTo>
                          <a:pt x="1405" y="0"/>
                          <a:pt x="1549" y="75"/>
                          <a:pt x="1690" y="212"/>
                        </a:cubicBezTo>
                        <a:cubicBezTo>
                          <a:pt x="1831" y="349"/>
                          <a:pt x="1974" y="585"/>
                          <a:pt x="2114" y="819"/>
                        </a:cubicBezTo>
                        <a:cubicBezTo>
                          <a:pt x="2254" y="1053"/>
                          <a:pt x="2392" y="1333"/>
                          <a:pt x="2531" y="1614"/>
                        </a:cubicBezTo>
                      </a:path>
                    </a:pathLst>
                  </a:custGeom>
                  <a:noFill/>
                  <a:ln w="19050" cap="rnd" cmpd="sng">
                    <a:solidFill>
                      <a:schemeClr val="tx1"/>
                    </a:solidFill>
                    <a:prstDash val="sysDot"/>
                    <a:round/>
                    <a:headEnd type="none" w="med" len="med"/>
                    <a:tailEnd type="none" w="med" len="med"/>
                  </a:ln>
                </p:spPr>
                <p:txBody>
                  <a:bodyPr/>
                  <a:p>
                    <a:endParaRPr lang="zh-CN" altLang="en-US"/>
                  </a:p>
                </p:txBody>
              </p:sp>
              <p:sp>
                <p:nvSpPr>
                  <p:cNvPr id="24696" name="任意多边形 573561"/>
                  <p:cNvSpPr/>
                  <p:nvPr/>
                </p:nvSpPr>
                <p:spPr>
                  <a:xfrm flipV="1">
                    <a:off x="3162" y="2432"/>
                    <a:ext cx="674" cy="297"/>
                  </a:xfrm>
                  <a:custGeom>
                    <a:avLst/>
                    <a:gdLst/>
                    <a:ahLst/>
                    <a:cxnLst/>
                    <a:pathLst>
                      <a:path w="2531" h="1622">
                        <a:moveTo>
                          <a:pt x="0" y="1622"/>
                        </a:moveTo>
                        <a:cubicBezTo>
                          <a:pt x="145" y="1334"/>
                          <a:pt x="291" y="1046"/>
                          <a:pt x="432" y="811"/>
                        </a:cubicBezTo>
                        <a:cubicBezTo>
                          <a:pt x="573" y="576"/>
                          <a:pt x="709" y="347"/>
                          <a:pt x="848" y="212"/>
                        </a:cubicBezTo>
                        <a:cubicBezTo>
                          <a:pt x="987" y="77"/>
                          <a:pt x="1125" y="0"/>
                          <a:pt x="1265" y="0"/>
                        </a:cubicBezTo>
                        <a:cubicBezTo>
                          <a:pt x="1405" y="0"/>
                          <a:pt x="1549" y="75"/>
                          <a:pt x="1690" y="212"/>
                        </a:cubicBezTo>
                        <a:cubicBezTo>
                          <a:pt x="1831" y="349"/>
                          <a:pt x="1974" y="585"/>
                          <a:pt x="2114" y="819"/>
                        </a:cubicBezTo>
                        <a:cubicBezTo>
                          <a:pt x="2254" y="1053"/>
                          <a:pt x="2392" y="1333"/>
                          <a:pt x="2531" y="1614"/>
                        </a:cubicBezTo>
                      </a:path>
                    </a:pathLst>
                  </a:custGeom>
                  <a:noFill/>
                  <a:ln w="19050" cap="rnd" cmpd="sng">
                    <a:solidFill>
                      <a:schemeClr val="tx1"/>
                    </a:solidFill>
                    <a:prstDash val="sysDot"/>
                    <a:round/>
                    <a:headEnd type="none" w="med" len="med"/>
                    <a:tailEnd type="none" w="med" len="med"/>
                  </a:ln>
                </p:spPr>
                <p:txBody>
                  <a:bodyPr/>
                  <a:p>
                    <a:endParaRPr lang="zh-CN" altLang="en-US"/>
                  </a:p>
                </p:txBody>
              </p:sp>
            </p:grpSp>
          </p:grpSp>
        </p:grpSp>
        <p:sp>
          <p:nvSpPr>
            <p:cNvPr id="24697" name="直接连接符 573562"/>
            <p:cNvSpPr/>
            <p:nvPr/>
          </p:nvSpPr>
          <p:spPr>
            <a:xfrm>
              <a:off x="3357" y="1213"/>
              <a:ext cx="2009" cy="0"/>
            </a:xfrm>
            <a:prstGeom prst="line">
              <a:avLst/>
            </a:prstGeom>
            <a:ln w="9525" cap="rnd" cmpd="sng">
              <a:solidFill>
                <a:schemeClr val="tx1"/>
              </a:solidFill>
              <a:prstDash val="sysDot"/>
              <a:round/>
              <a:headEnd type="none" w="med" len="med"/>
              <a:tailEnd type="none" w="med" len="med"/>
            </a:ln>
          </p:spPr>
        </p:sp>
      </p:grpSp>
      <p:grpSp>
        <p:nvGrpSpPr>
          <p:cNvPr id="573564" name="组合 573563"/>
          <p:cNvGrpSpPr/>
          <p:nvPr/>
        </p:nvGrpSpPr>
        <p:grpSpPr>
          <a:xfrm>
            <a:off x="5300663" y="2573338"/>
            <a:ext cx="3263900" cy="106362"/>
            <a:chOff x="3377" y="1844"/>
            <a:chExt cx="2056" cy="67"/>
          </a:xfrm>
        </p:grpSpPr>
        <p:sp>
          <p:nvSpPr>
            <p:cNvPr id="24699" name="椭圆 573564"/>
            <p:cNvSpPr/>
            <p:nvPr/>
          </p:nvSpPr>
          <p:spPr>
            <a:xfrm>
              <a:off x="4053" y="1851"/>
              <a:ext cx="56" cy="60"/>
            </a:xfrm>
            <a:prstGeom prst="ellipse">
              <a:avLst/>
            </a:prstGeom>
            <a:solidFill>
              <a:schemeClr val="bg1"/>
            </a:solidFill>
            <a:ln w="38100" cap="flat" cmpd="sng">
              <a:solidFill>
                <a:srgbClr val="FF3300"/>
              </a:solidFill>
              <a:prstDash val="solid"/>
              <a:round/>
              <a:headEnd type="none" w="med" len="med"/>
              <a:tailEnd type="none" w="med" len="med"/>
            </a:ln>
          </p:spPr>
          <p:txBody>
            <a:bodyPr anchor="t"/>
            <a:p>
              <a:pPr eaLnBrk="0" hangingPunct="0"/>
              <a:endParaRPr lang="zh-CN" altLang="en-US">
                <a:latin typeface="Times New Roman" panose="02020603050405020304" pitchFamily="18" charset="0"/>
                <a:ea typeface="宋体" panose="02010600030101010101" pitchFamily="2" charset="-122"/>
              </a:endParaRPr>
            </a:p>
          </p:txBody>
        </p:sp>
        <p:sp>
          <p:nvSpPr>
            <p:cNvPr id="24700" name="椭圆 573565"/>
            <p:cNvSpPr/>
            <p:nvPr/>
          </p:nvSpPr>
          <p:spPr>
            <a:xfrm>
              <a:off x="3377" y="1844"/>
              <a:ext cx="56" cy="60"/>
            </a:xfrm>
            <a:prstGeom prst="ellipse">
              <a:avLst/>
            </a:prstGeom>
            <a:solidFill>
              <a:schemeClr val="bg1"/>
            </a:solidFill>
            <a:ln w="38100" cap="flat" cmpd="sng">
              <a:solidFill>
                <a:srgbClr val="FF3300"/>
              </a:solidFill>
              <a:prstDash val="solid"/>
              <a:round/>
              <a:headEnd type="none" w="med" len="med"/>
              <a:tailEnd type="none" w="med" len="med"/>
            </a:ln>
          </p:spPr>
          <p:txBody>
            <a:bodyPr anchor="t"/>
            <a:p>
              <a:pPr eaLnBrk="0" hangingPunct="0"/>
              <a:endParaRPr lang="zh-CN" altLang="en-US">
                <a:latin typeface="Times New Roman" panose="02020603050405020304" pitchFamily="18" charset="0"/>
                <a:ea typeface="宋体" panose="02010600030101010101" pitchFamily="2" charset="-122"/>
              </a:endParaRPr>
            </a:p>
          </p:txBody>
        </p:sp>
        <p:sp>
          <p:nvSpPr>
            <p:cNvPr id="24701" name="椭圆 573566"/>
            <p:cNvSpPr/>
            <p:nvPr/>
          </p:nvSpPr>
          <p:spPr>
            <a:xfrm>
              <a:off x="5376" y="1848"/>
              <a:ext cx="57" cy="60"/>
            </a:xfrm>
            <a:prstGeom prst="ellipse">
              <a:avLst/>
            </a:prstGeom>
            <a:solidFill>
              <a:schemeClr val="bg1"/>
            </a:solidFill>
            <a:ln w="38100" cap="flat" cmpd="sng">
              <a:solidFill>
                <a:srgbClr val="FF3300"/>
              </a:solidFill>
              <a:prstDash val="solid"/>
              <a:round/>
              <a:headEnd type="none" w="med" len="med"/>
              <a:tailEnd type="none" w="med" len="med"/>
            </a:ln>
          </p:spPr>
          <p:txBody>
            <a:bodyPr anchor="t"/>
            <a:p>
              <a:pPr eaLnBrk="0" hangingPunct="0"/>
              <a:endParaRPr lang="zh-CN" altLang="en-US">
                <a:latin typeface="Times New Roman" panose="02020603050405020304" pitchFamily="18" charset="0"/>
                <a:ea typeface="宋体" panose="02010600030101010101" pitchFamily="2" charset="-122"/>
              </a:endParaRPr>
            </a:p>
          </p:txBody>
        </p:sp>
        <p:sp>
          <p:nvSpPr>
            <p:cNvPr id="24702" name="椭圆 573567"/>
            <p:cNvSpPr/>
            <p:nvPr/>
          </p:nvSpPr>
          <p:spPr>
            <a:xfrm>
              <a:off x="4695" y="1847"/>
              <a:ext cx="56" cy="60"/>
            </a:xfrm>
            <a:prstGeom prst="ellipse">
              <a:avLst/>
            </a:prstGeom>
            <a:solidFill>
              <a:schemeClr val="bg1"/>
            </a:solidFill>
            <a:ln w="38100" cap="flat" cmpd="sng">
              <a:solidFill>
                <a:srgbClr val="FF3300"/>
              </a:solidFill>
              <a:prstDash val="solid"/>
              <a:round/>
              <a:headEnd type="none" w="med" len="med"/>
              <a:tailEnd type="none" w="med" len="med"/>
            </a:ln>
          </p:spPr>
          <p:txBody>
            <a:bodyPr anchor="t"/>
            <a:p>
              <a:pPr eaLnBrk="0" hangingPunct="0"/>
              <a:endParaRPr lang="zh-CN" altLang="en-US">
                <a:latin typeface="Times New Roman" panose="02020603050405020304" pitchFamily="18" charset="0"/>
                <a:ea typeface="宋体" panose="02010600030101010101" pitchFamily="2" charset="-122"/>
              </a:endParaRPr>
            </a:p>
          </p:txBody>
        </p:sp>
      </p:grpSp>
      <p:grpSp>
        <p:nvGrpSpPr>
          <p:cNvPr id="573569" name="组合 573568"/>
          <p:cNvGrpSpPr/>
          <p:nvPr/>
        </p:nvGrpSpPr>
        <p:grpSpPr>
          <a:xfrm>
            <a:off x="4868863" y="3303588"/>
            <a:ext cx="4311650" cy="457200"/>
            <a:chOff x="3044" y="1607"/>
            <a:chExt cx="2716" cy="288"/>
          </a:xfrm>
        </p:grpSpPr>
        <p:sp>
          <p:nvSpPr>
            <p:cNvPr id="24704" name="文本框 573569"/>
            <p:cNvSpPr txBox="1"/>
            <p:nvPr/>
          </p:nvSpPr>
          <p:spPr>
            <a:xfrm>
              <a:off x="3160" y="1607"/>
              <a:ext cx="2600" cy="288"/>
            </a:xfrm>
            <a:prstGeom prst="rect">
              <a:avLst/>
            </a:prstGeom>
            <a:noFill/>
            <a:ln w="9525">
              <a:noFill/>
            </a:ln>
          </p:spPr>
          <p:txBody>
            <a:bodyPr anchor="t">
              <a:spAutoFit/>
            </a:bodyPr>
            <a:p>
              <a:pPr>
                <a:lnSpc>
                  <a:spcPct val="100000"/>
                </a:lnSpc>
              </a:pPr>
              <a:r>
                <a:rPr lang="zh-CN" altLang="en-US" sz="2400" dirty="0">
                  <a:solidFill>
                    <a:srgbClr val="FF3300"/>
                  </a:solidFill>
                  <a:latin typeface="Times New Roman" panose="02020603050405020304" pitchFamily="18" charset="0"/>
                  <a:ea typeface="华文中宋" panose="02010600040101010101" pitchFamily="2" charset="-122"/>
                </a:rPr>
                <a:t>波节</a:t>
              </a:r>
              <a:r>
                <a:rPr lang="zh-CN" altLang="en-US" sz="2000" dirty="0">
                  <a:latin typeface="Times New Roman" panose="02020603050405020304" pitchFamily="18" charset="0"/>
                  <a:ea typeface="华文中宋" panose="02010600040101010101" pitchFamily="2" charset="-122"/>
                </a:rPr>
                <a:t>体积元不动</a:t>
              </a:r>
              <a:r>
                <a:rPr lang="zh-CN" altLang="en-US" sz="2400" dirty="0">
                  <a:latin typeface="Times New Roman" panose="02020603050405020304" pitchFamily="18" charset="0"/>
                  <a:ea typeface="华文中宋" panose="02010600040101010101" pitchFamily="2" charset="-122"/>
                </a:rPr>
                <a:t>，</a:t>
              </a:r>
              <a:r>
                <a:rPr lang="zh-CN" altLang="en-US" sz="2000" dirty="0">
                  <a:latin typeface="Times New Roman" panose="02020603050405020304" pitchFamily="18" charset="0"/>
                  <a:ea typeface="华文中宋" panose="02010600040101010101" pitchFamily="2" charset="-122"/>
                </a:rPr>
                <a:t>动能</a:t>
              </a:r>
              <a:endParaRPr lang="zh-CN" altLang="en-US" sz="2000">
                <a:latin typeface="Times New Roman" panose="02020603050405020304" pitchFamily="18" charset="0"/>
                <a:ea typeface="华文中宋" panose="02010600040101010101" pitchFamily="2" charset="-122"/>
              </a:endParaRPr>
            </a:p>
          </p:txBody>
        </p:sp>
        <p:grpSp>
          <p:nvGrpSpPr>
            <p:cNvPr id="24705" name="组合 573570"/>
            <p:cNvGrpSpPr/>
            <p:nvPr/>
          </p:nvGrpSpPr>
          <p:grpSpPr>
            <a:xfrm>
              <a:off x="4982" y="1683"/>
              <a:ext cx="212" cy="170"/>
              <a:chOff x="4982" y="1803"/>
              <a:chExt cx="212" cy="170"/>
            </a:xfrm>
          </p:grpSpPr>
          <p:sp>
            <p:nvSpPr>
              <p:cNvPr id="24706" name="矩形 573571"/>
              <p:cNvSpPr/>
              <p:nvPr/>
            </p:nvSpPr>
            <p:spPr>
              <a:xfrm>
                <a:off x="4982" y="1803"/>
                <a:ext cx="151" cy="148"/>
              </a:xfrm>
              <a:prstGeom prst="rect">
                <a:avLst/>
              </a:prstGeom>
            </p:spPr>
            <p:txBody>
              <a:bodyPr wrap="none" fromWordArt="1">
                <a:prstTxWarp prst="textPlain">
                  <a:avLst>
                    <a:gd name="adj" fmla="val 38972"/>
                  </a:avLst>
                </a:prstTxWarp>
                <a:normAutofit/>
              </a:bodyPr>
              <a:p>
                <a:pPr algn="ctr"/>
                <a:r>
                  <a:rPr lang="zh-CN" altLang="en-US" sz="3600">
                    <a:ln w="9525" cap="flat" cmpd="sng">
                      <a:solidFill>
                        <a:srgbClr val="FF3300"/>
                      </a:solidFill>
                      <a:prstDash val="solid"/>
                      <a:round/>
                      <a:headEnd type="none" w="med" len="med"/>
                      <a:tailEnd type="none" w="med" len="med"/>
                    </a:ln>
                    <a:solidFill>
                      <a:srgbClr val="FF3300"/>
                    </a:solidFill>
                    <a:latin typeface="宋体" panose="02010600030101010101" pitchFamily="2" charset="-122"/>
                    <a:ea typeface="宋体" panose="02010600030101010101" pitchFamily="2" charset="-122"/>
                  </a:rPr>
                  <a:t>E</a:t>
                </a:r>
                <a:endParaRPr lang="zh-CN" altLang="en-US" sz="3600">
                  <a:ln w="9525" cap="flat" cmpd="sng">
                    <a:solidFill>
                      <a:srgbClr val="FF3300"/>
                    </a:solidFill>
                    <a:prstDash val="solid"/>
                    <a:round/>
                    <a:headEnd type="none" w="med" len="med"/>
                    <a:tailEnd type="none" w="med" len="med"/>
                  </a:ln>
                  <a:solidFill>
                    <a:srgbClr val="FF3300"/>
                  </a:solidFill>
                  <a:latin typeface="宋体" panose="02010600030101010101" pitchFamily="2" charset="-122"/>
                  <a:ea typeface="宋体" panose="02010600030101010101" pitchFamily="2" charset="-122"/>
                </a:endParaRPr>
              </a:p>
            </p:txBody>
          </p:sp>
          <p:sp>
            <p:nvSpPr>
              <p:cNvPr id="24707" name="矩形 573572"/>
              <p:cNvSpPr/>
              <p:nvPr/>
            </p:nvSpPr>
            <p:spPr>
              <a:xfrm>
                <a:off x="5126" y="1867"/>
                <a:ext cx="68" cy="106"/>
              </a:xfrm>
              <a:prstGeom prst="rect">
                <a:avLst/>
              </a:prstGeom>
            </p:spPr>
            <p:txBody>
              <a:bodyPr wrap="none" fromWordArt="1">
                <a:prstTxWarp prst="textPlain">
                  <a:avLst>
                    <a:gd name="adj" fmla="val 50000"/>
                  </a:avLst>
                </a:prstTxWarp>
                <a:normAutofit/>
              </a:bodyPr>
              <a:p>
                <a:pPr algn="ctr"/>
                <a:r>
                  <a:rPr lang="zh-CN" altLang="en-US" sz="3600" i="1">
                    <a:ln w="9525" cap="flat" cmpd="sng">
                      <a:solidFill>
                        <a:srgbClr val="FF3300"/>
                      </a:solidFill>
                      <a:prstDash val="solid"/>
                      <a:round/>
                      <a:headEnd type="none" w="med" len="med"/>
                      <a:tailEnd type="none" w="med" len="med"/>
                    </a:ln>
                    <a:solidFill>
                      <a:srgbClr val="FF3300"/>
                    </a:solidFill>
                    <a:latin typeface="Times New Roman" panose="02020603050405020304" pitchFamily="18" charset="0"/>
                    <a:ea typeface="Times New Roman" panose="02020603050405020304" pitchFamily="18" charset="0"/>
                  </a:rPr>
                  <a:t>k</a:t>
                </a:r>
                <a:endParaRPr lang="zh-CN" altLang="en-US" sz="3600" i="1">
                  <a:ln w="9525" cap="flat" cmpd="sng">
                    <a:solidFill>
                      <a:srgbClr val="FF3300"/>
                    </a:solidFill>
                    <a:prstDash val="solid"/>
                    <a:round/>
                    <a:headEnd type="none" w="med" len="med"/>
                    <a:tailEnd type="none" w="med" len="med"/>
                  </a:ln>
                  <a:solidFill>
                    <a:srgbClr val="FF3300"/>
                  </a:solidFill>
                  <a:latin typeface="Times New Roman" panose="02020603050405020304" pitchFamily="18" charset="0"/>
                  <a:ea typeface="Times New Roman" panose="02020603050405020304" pitchFamily="18" charset="0"/>
                </a:endParaRPr>
              </a:p>
            </p:txBody>
          </p:sp>
        </p:grpSp>
        <p:sp>
          <p:nvSpPr>
            <p:cNvPr id="24708" name="矩形 573573"/>
            <p:cNvSpPr/>
            <p:nvPr/>
          </p:nvSpPr>
          <p:spPr>
            <a:xfrm>
              <a:off x="5387" y="1696"/>
              <a:ext cx="85" cy="147"/>
            </a:xfrm>
            <a:prstGeom prst="rect">
              <a:avLst/>
            </a:prstGeom>
          </p:spPr>
          <p:txBody>
            <a:bodyPr wrap="none" fromWordArt="1">
              <a:prstTxWarp prst="textPlain">
                <a:avLst>
                  <a:gd name="adj" fmla="val 51199"/>
                </a:avLst>
              </a:prstTxWarp>
              <a:normAutofit/>
            </a:bodyPr>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0</a:t>
              </a:r>
              <a:endPar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endParaRPr>
            </a:p>
          </p:txBody>
        </p:sp>
        <p:sp>
          <p:nvSpPr>
            <p:cNvPr id="24709" name="直接连接符 573574"/>
            <p:cNvSpPr/>
            <p:nvPr/>
          </p:nvSpPr>
          <p:spPr>
            <a:xfrm>
              <a:off x="5229" y="1730"/>
              <a:ext cx="121" cy="1"/>
            </a:xfrm>
            <a:prstGeom prst="line">
              <a:avLst/>
            </a:prstGeom>
            <a:ln w="28575" cap="flat" cmpd="sng">
              <a:solidFill>
                <a:schemeClr val="tx1"/>
              </a:solidFill>
              <a:prstDash val="solid"/>
              <a:round/>
              <a:headEnd type="none" w="med" len="med"/>
              <a:tailEnd type="none" w="med" len="med"/>
            </a:ln>
          </p:spPr>
        </p:sp>
        <p:sp>
          <p:nvSpPr>
            <p:cNvPr id="24710" name="直接连接符 573575"/>
            <p:cNvSpPr/>
            <p:nvPr/>
          </p:nvSpPr>
          <p:spPr>
            <a:xfrm>
              <a:off x="5229" y="1769"/>
              <a:ext cx="121" cy="1"/>
            </a:xfrm>
            <a:prstGeom prst="line">
              <a:avLst/>
            </a:prstGeom>
            <a:ln w="28575" cap="flat" cmpd="sng">
              <a:solidFill>
                <a:schemeClr val="tx1"/>
              </a:solidFill>
              <a:prstDash val="solid"/>
              <a:round/>
              <a:headEnd type="none" w="med" len="med"/>
              <a:tailEnd type="none" w="med" len="med"/>
            </a:ln>
          </p:spPr>
        </p:sp>
        <p:sp>
          <p:nvSpPr>
            <p:cNvPr id="24711" name="直接连接符 573576"/>
            <p:cNvSpPr/>
            <p:nvPr/>
          </p:nvSpPr>
          <p:spPr>
            <a:xfrm>
              <a:off x="5228" y="1807"/>
              <a:ext cx="121" cy="1"/>
            </a:xfrm>
            <a:prstGeom prst="line">
              <a:avLst/>
            </a:prstGeom>
            <a:ln w="28575" cap="flat" cmpd="sng">
              <a:solidFill>
                <a:schemeClr val="tx1"/>
              </a:solidFill>
              <a:prstDash val="solid"/>
              <a:round/>
              <a:headEnd type="none" w="med" len="med"/>
              <a:tailEnd type="none" w="med" len="med"/>
            </a:ln>
          </p:spPr>
        </p:sp>
        <p:sp>
          <p:nvSpPr>
            <p:cNvPr id="24712" name="椭圆 573577"/>
            <p:cNvSpPr/>
            <p:nvPr/>
          </p:nvSpPr>
          <p:spPr>
            <a:xfrm>
              <a:off x="3044" y="1705"/>
              <a:ext cx="132" cy="124"/>
            </a:xfrm>
            <a:prstGeom prst="ellipse">
              <a:avLst/>
            </a:prstGeom>
            <a:gradFill rotWithShape="0">
              <a:gsLst>
                <a:gs pos="0">
                  <a:schemeClr val="accent1"/>
                </a:gs>
                <a:gs pos="100000">
                  <a:srgbClr val="009E00"/>
                </a:gs>
              </a:gsLst>
              <a:lin ang="2700000" scaled="1"/>
              <a:tileRect/>
            </a:gradFill>
            <a:ln w="9525" cap="flat" cmpd="sng">
              <a:solidFill>
                <a:srgbClr val="009900"/>
              </a:solidFill>
              <a:prstDash val="solid"/>
              <a:round/>
              <a:headEnd type="none" w="med" len="med"/>
              <a:tailEnd type="none" w="med" len="med"/>
            </a:ln>
          </p:spPr>
          <p:txBody>
            <a:bodyPr anchor="t"/>
            <a:p>
              <a:pPr eaLnBrk="0" hangingPunct="0"/>
              <a:endParaRPr lang="zh-CN" altLang="en-US">
                <a:latin typeface="Times New Roman" panose="02020603050405020304" pitchFamily="18" charset="0"/>
                <a:ea typeface="宋体" panose="02010600030101010101" pitchFamily="2" charset="-122"/>
              </a:endParaRPr>
            </a:p>
          </p:txBody>
        </p:sp>
        <p:sp>
          <p:nvSpPr>
            <p:cNvPr id="24713" name="椭圆 573578"/>
            <p:cNvSpPr/>
            <p:nvPr/>
          </p:nvSpPr>
          <p:spPr>
            <a:xfrm rot="2011591">
              <a:off x="3065" y="1725"/>
              <a:ext cx="51" cy="54"/>
            </a:xfrm>
            <a:prstGeom prst="ellipse">
              <a:avLst/>
            </a:prstGeom>
            <a:gradFill rotWithShape="0">
              <a:gsLst>
                <a:gs pos="0">
                  <a:srgbClr val="7BFFDC"/>
                </a:gs>
                <a:gs pos="100000">
                  <a:srgbClr val="00D09A"/>
                </a:gs>
              </a:gsLst>
              <a:path path="shape">
                <a:fillToRect l="50000" t="50000" r="50000" b="50000"/>
              </a:path>
              <a:tileRect/>
            </a:gradFill>
            <a:ln w="9525">
              <a:noFill/>
            </a:ln>
          </p:spPr>
          <p:txBody>
            <a:bodyPr anchor="t"/>
            <a:p>
              <a:pPr eaLnBrk="0" hangingPunct="0"/>
              <a:endParaRPr lang="zh-CN" altLang="en-US">
                <a:latin typeface="Times New Roman" panose="02020603050405020304" pitchFamily="18" charset="0"/>
                <a:ea typeface="宋体" panose="02010600030101010101" pitchFamily="2" charset="-122"/>
              </a:endParaRPr>
            </a:p>
          </p:txBody>
        </p:sp>
      </p:grpSp>
      <p:grpSp>
        <p:nvGrpSpPr>
          <p:cNvPr id="573580" name="组合 573579"/>
          <p:cNvGrpSpPr/>
          <p:nvPr/>
        </p:nvGrpSpPr>
        <p:grpSpPr>
          <a:xfrm>
            <a:off x="4865688" y="3778250"/>
            <a:ext cx="4314825" cy="1200150"/>
            <a:chOff x="3042" y="1906"/>
            <a:chExt cx="2718" cy="756"/>
          </a:xfrm>
        </p:grpSpPr>
        <p:sp>
          <p:nvSpPr>
            <p:cNvPr id="24715" name="文本框 573580"/>
            <p:cNvSpPr txBox="1"/>
            <p:nvPr/>
          </p:nvSpPr>
          <p:spPr>
            <a:xfrm>
              <a:off x="3161" y="1906"/>
              <a:ext cx="2599" cy="250"/>
            </a:xfrm>
            <a:prstGeom prst="rect">
              <a:avLst/>
            </a:prstGeom>
            <a:noFill/>
            <a:ln w="9525">
              <a:noFill/>
            </a:ln>
          </p:spPr>
          <p:txBody>
            <a:bodyPr anchor="t">
              <a:spAutoFit/>
            </a:bodyPr>
            <a:p>
              <a:pPr>
                <a:lnSpc>
                  <a:spcPct val="100000"/>
                </a:lnSpc>
              </a:pPr>
              <a:r>
                <a:rPr lang="zh-CN" altLang="en-US" sz="2000" dirty="0">
                  <a:latin typeface="Times New Roman" panose="02020603050405020304" pitchFamily="18" charset="0"/>
                  <a:ea typeface="华文中宋" panose="02010600040101010101" pitchFamily="2" charset="-122"/>
                </a:rPr>
                <a:t>其它各质点同时到达</a:t>
              </a:r>
              <a:r>
                <a:rPr lang="zh-CN" altLang="en-US" sz="2000" dirty="0">
                  <a:solidFill>
                    <a:srgbClr val="FF0000"/>
                  </a:solidFill>
                  <a:latin typeface="Times New Roman" panose="02020603050405020304" pitchFamily="18" charset="0"/>
                  <a:ea typeface="华文中宋" panose="02010600040101010101" pitchFamily="2" charset="-122"/>
                </a:rPr>
                <a:t>最大位移</a:t>
              </a:r>
              <a:r>
                <a:rPr lang="zh-CN" altLang="en-US" sz="2000" dirty="0">
                  <a:latin typeface="Times New Roman" panose="02020603050405020304" pitchFamily="18" charset="0"/>
                  <a:ea typeface="华文中宋" panose="02010600040101010101" pitchFamily="2" charset="-122"/>
                </a:rPr>
                <a:t>时</a:t>
              </a:r>
              <a:endParaRPr lang="zh-CN" altLang="en-US" sz="2000">
                <a:latin typeface="Times New Roman" panose="02020603050405020304" pitchFamily="18" charset="0"/>
                <a:ea typeface="华文中宋" panose="02010600040101010101" pitchFamily="2" charset="-122"/>
              </a:endParaRPr>
            </a:p>
          </p:txBody>
        </p:sp>
        <p:grpSp>
          <p:nvGrpSpPr>
            <p:cNvPr id="24716" name="组合 573581"/>
            <p:cNvGrpSpPr/>
            <p:nvPr/>
          </p:nvGrpSpPr>
          <p:grpSpPr>
            <a:xfrm>
              <a:off x="3042" y="1969"/>
              <a:ext cx="132" cy="124"/>
              <a:chOff x="3045" y="1834"/>
              <a:chExt cx="101" cy="101"/>
            </a:xfrm>
          </p:grpSpPr>
          <p:sp>
            <p:nvSpPr>
              <p:cNvPr id="24717" name="椭圆 573582"/>
              <p:cNvSpPr/>
              <p:nvPr/>
            </p:nvSpPr>
            <p:spPr>
              <a:xfrm>
                <a:off x="3045" y="1834"/>
                <a:ext cx="101" cy="101"/>
              </a:xfrm>
              <a:prstGeom prst="ellipse">
                <a:avLst/>
              </a:prstGeom>
              <a:gradFill rotWithShape="0">
                <a:gsLst>
                  <a:gs pos="0">
                    <a:schemeClr val="accent1"/>
                  </a:gs>
                  <a:gs pos="100000">
                    <a:srgbClr val="009E00"/>
                  </a:gs>
                </a:gsLst>
                <a:lin ang="2700000" scaled="1"/>
                <a:tileRect/>
              </a:gradFill>
              <a:ln w="9525" cap="flat" cmpd="sng">
                <a:solidFill>
                  <a:srgbClr val="009900"/>
                </a:solidFill>
                <a:prstDash val="solid"/>
                <a:round/>
                <a:headEnd type="none" w="med" len="med"/>
                <a:tailEnd type="none" w="med" len="med"/>
              </a:ln>
            </p:spPr>
            <p:txBody>
              <a:bodyPr anchor="t"/>
              <a:p>
                <a:pPr eaLnBrk="0" hangingPunct="0"/>
                <a:endParaRPr lang="zh-CN" altLang="en-US">
                  <a:latin typeface="Times New Roman" panose="02020603050405020304" pitchFamily="18" charset="0"/>
                  <a:ea typeface="宋体" panose="02010600030101010101" pitchFamily="2" charset="-122"/>
                </a:endParaRPr>
              </a:p>
            </p:txBody>
          </p:sp>
          <p:sp>
            <p:nvSpPr>
              <p:cNvPr id="24718" name="椭圆 573583"/>
              <p:cNvSpPr/>
              <p:nvPr/>
            </p:nvSpPr>
            <p:spPr>
              <a:xfrm rot="2011591">
                <a:off x="3061" y="1850"/>
                <a:ext cx="39" cy="44"/>
              </a:xfrm>
              <a:prstGeom prst="ellipse">
                <a:avLst/>
              </a:prstGeom>
              <a:gradFill rotWithShape="0">
                <a:gsLst>
                  <a:gs pos="0">
                    <a:srgbClr val="7BFFDC"/>
                  </a:gs>
                  <a:gs pos="100000">
                    <a:srgbClr val="00D09A"/>
                  </a:gs>
                </a:gsLst>
                <a:path path="shape">
                  <a:fillToRect l="50000" t="50000" r="50000" b="50000"/>
                </a:path>
                <a:tileRect/>
              </a:gradFill>
              <a:ln w="9525">
                <a:noFill/>
              </a:ln>
            </p:spPr>
            <p:txBody>
              <a:bodyPr anchor="t"/>
              <a:p>
                <a:pPr eaLnBrk="0" hangingPunct="0"/>
                <a:endParaRPr lang="zh-CN" altLang="en-US">
                  <a:latin typeface="Times New Roman" panose="02020603050405020304" pitchFamily="18" charset="0"/>
                  <a:ea typeface="宋体" panose="02010600030101010101" pitchFamily="2" charset="-122"/>
                </a:endParaRPr>
              </a:p>
            </p:txBody>
          </p:sp>
        </p:grpSp>
        <p:sp>
          <p:nvSpPr>
            <p:cNvPr id="24719" name="文本框 573584"/>
            <p:cNvSpPr txBox="1"/>
            <p:nvPr/>
          </p:nvSpPr>
          <p:spPr>
            <a:xfrm>
              <a:off x="3176" y="2132"/>
              <a:ext cx="2584" cy="288"/>
            </a:xfrm>
            <a:prstGeom prst="rect">
              <a:avLst/>
            </a:prstGeom>
            <a:noFill/>
            <a:ln w="9525">
              <a:noFill/>
            </a:ln>
          </p:spPr>
          <p:txBody>
            <a:bodyPr anchor="t">
              <a:spAutoFit/>
            </a:bodyPr>
            <a:p>
              <a:pPr>
                <a:lnSpc>
                  <a:spcPct val="100000"/>
                </a:lnSpc>
              </a:pPr>
              <a:r>
                <a:rPr lang="zh-CN" altLang="en-US" sz="2400" dirty="0">
                  <a:solidFill>
                    <a:schemeClr val="accent2"/>
                  </a:solidFill>
                  <a:latin typeface="Times New Roman" panose="02020603050405020304" pitchFamily="18" charset="0"/>
                  <a:ea typeface="华文中宋" panose="02010600040101010101" pitchFamily="2" charset="-122"/>
                </a:rPr>
                <a:t>波腹</a:t>
              </a:r>
              <a:r>
                <a:rPr lang="zh-CN" altLang="en-US" sz="2000" dirty="0">
                  <a:latin typeface="Times New Roman" panose="02020603050405020304" pitchFamily="18" charset="0"/>
                  <a:ea typeface="华文中宋" panose="02010600040101010101" pitchFamily="2" charset="-122"/>
                </a:rPr>
                <a:t>及其它质点的动能</a:t>
              </a:r>
              <a:endParaRPr lang="zh-CN" altLang="en-US" sz="2000">
                <a:latin typeface="Times New Roman" panose="02020603050405020304" pitchFamily="18" charset="0"/>
                <a:ea typeface="华文中宋" panose="02010600040101010101" pitchFamily="2" charset="-122"/>
              </a:endParaRPr>
            </a:p>
          </p:txBody>
        </p:sp>
        <p:grpSp>
          <p:nvGrpSpPr>
            <p:cNvPr id="24720" name="组合 573585"/>
            <p:cNvGrpSpPr/>
            <p:nvPr/>
          </p:nvGrpSpPr>
          <p:grpSpPr>
            <a:xfrm>
              <a:off x="4964" y="2213"/>
              <a:ext cx="212" cy="170"/>
              <a:chOff x="4982" y="1803"/>
              <a:chExt cx="212" cy="170"/>
            </a:xfrm>
          </p:grpSpPr>
          <p:sp>
            <p:nvSpPr>
              <p:cNvPr id="24721" name="矩形 573586"/>
              <p:cNvSpPr/>
              <p:nvPr/>
            </p:nvSpPr>
            <p:spPr>
              <a:xfrm>
                <a:off x="4982" y="1803"/>
                <a:ext cx="151" cy="148"/>
              </a:xfrm>
              <a:prstGeom prst="rect">
                <a:avLst/>
              </a:prstGeom>
            </p:spPr>
            <p:txBody>
              <a:bodyPr wrap="none" fromWordArt="1">
                <a:prstTxWarp prst="textPlain">
                  <a:avLst>
                    <a:gd name="adj" fmla="val 38972"/>
                  </a:avLst>
                </a:prstTxWarp>
                <a:normAutofit/>
              </a:bodyPr>
              <a:p>
                <a:pPr algn="ctr"/>
                <a:r>
                  <a:rPr lang="zh-CN" altLang="en-US" sz="3600">
                    <a:ln w="9525" cap="flat" cmpd="sng">
                      <a:solidFill>
                        <a:schemeClr val="accent2"/>
                      </a:solidFill>
                      <a:prstDash val="solid"/>
                      <a:round/>
                      <a:headEnd type="none" w="med" len="med"/>
                      <a:tailEnd type="none" w="med" len="med"/>
                    </a:ln>
                    <a:solidFill>
                      <a:schemeClr val="accent2"/>
                    </a:solidFill>
                    <a:latin typeface="宋体" panose="02010600030101010101" pitchFamily="2" charset="-122"/>
                    <a:ea typeface="宋体" panose="02010600030101010101" pitchFamily="2" charset="-122"/>
                  </a:rPr>
                  <a:t>E</a:t>
                </a:r>
                <a:endParaRPr lang="zh-CN" altLang="en-US" sz="3600">
                  <a:ln w="9525" cap="flat" cmpd="sng">
                    <a:solidFill>
                      <a:schemeClr val="accent2"/>
                    </a:solidFill>
                    <a:prstDash val="solid"/>
                    <a:round/>
                    <a:headEnd type="none" w="med" len="med"/>
                    <a:tailEnd type="none" w="med" len="med"/>
                  </a:ln>
                  <a:solidFill>
                    <a:schemeClr val="accent2"/>
                  </a:solidFill>
                  <a:latin typeface="宋体" panose="02010600030101010101" pitchFamily="2" charset="-122"/>
                  <a:ea typeface="宋体" panose="02010600030101010101" pitchFamily="2" charset="-122"/>
                </a:endParaRPr>
              </a:p>
            </p:txBody>
          </p:sp>
          <p:sp>
            <p:nvSpPr>
              <p:cNvPr id="24722" name="矩形 573587"/>
              <p:cNvSpPr/>
              <p:nvPr/>
            </p:nvSpPr>
            <p:spPr>
              <a:xfrm>
                <a:off x="5126" y="1867"/>
                <a:ext cx="68" cy="106"/>
              </a:xfrm>
              <a:prstGeom prst="rect">
                <a:avLst/>
              </a:prstGeom>
            </p:spPr>
            <p:txBody>
              <a:bodyPr wrap="none" fromWordArt="1">
                <a:prstTxWarp prst="textPlain">
                  <a:avLst>
                    <a:gd name="adj" fmla="val 50000"/>
                  </a:avLst>
                </a:prstTxWarp>
                <a:normAutofit/>
              </a:bodyPr>
              <a:p>
                <a:pPr algn="ctr"/>
                <a:r>
                  <a:rPr lang="zh-CN" altLang="en-US" sz="3600" i="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rPr>
                  <a:t>k</a:t>
                </a:r>
                <a:endParaRPr lang="zh-CN" altLang="en-US" sz="3600" i="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endParaRPr>
              </a:p>
            </p:txBody>
          </p:sp>
        </p:grpSp>
        <p:sp>
          <p:nvSpPr>
            <p:cNvPr id="24723" name="矩形 573588"/>
            <p:cNvSpPr/>
            <p:nvPr/>
          </p:nvSpPr>
          <p:spPr>
            <a:xfrm>
              <a:off x="5369" y="2233"/>
              <a:ext cx="85" cy="147"/>
            </a:xfrm>
            <a:prstGeom prst="rect">
              <a:avLst/>
            </a:prstGeom>
          </p:spPr>
          <p:txBody>
            <a:bodyPr wrap="none" fromWordArt="1">
              <a:prstTxWarp prst="textPlain">
                <a:avLst>
                  <a:gd name="adj" fmla="val 51199"/>
                </a:avLst>
              </a:prstTxWarp>
              <a:normAutofit/>
            </a:bodyPr>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0</a:t>
              </a:r>
              <a:endPar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endParaRPr>
            </a:p>
          </p:txBody>
        </p:sp>
        <p:sp>
          <p:nvSpPr>
            <p:cNvPr id="24724" name="直接连接符 573589"/>
            <p:cNvSpPr/>
            <p:nvPr/>
          </p:nvSpPr>
          <p:spPr>
            <a:xfrm>
              <a:off x="5219" y="2321"/>
              <a:ext cx="121" cy="1"/>
            </a:xfrm>
            <a:prstGeom prst="line">
              <a:avLst/>
            </a:prstGeom>
            <a:ln w="28575" cap="flat" cmpd="sng">
              <a:solidFill>
                <a:schemeClr val="tx1"/>
              </a:solidFill>
              <a:prstDash val="solid"/>
              <a:round/>
              <a:headEnd type="none" w="med" len="med"/>
              <a:tailEnd type="none" w="med" len="med"/>
            </a:ln>
          </p:spPr>
        </p:sp>
        <p:sp>
          <p:nvSpPr>
            <p:cNvPr id="24725" name="直接连接符 573590"/>
            <p:cNvSpPr/>
            <p:nvPr/>
          </p:nvSpPr>
          <p:spPr>
            <a:xfrm>
              <a:off x="5224" y="2269"/>
              <a:ext cx="121" cy="1"/>
            </a:xfrm>
            <a:prstGeom prst="line">
              <a:avLst/>
            </a:prstGeom>
            <a:ln w="28575" cap="flat" cmpd="sng">
              <a:solidFill>
                <a:schemeClr val="tx1"/>
              </a:solidFill>
              <a:prstDash val="solid"/>
              <a:round/>
              <a:headEnd type="none" w="med" len="med"/>
              <a:tailEnd type="none" w="med" len="med"/>
            </a:ln>
          </p:spPr>
        </p:sp>
        <p:sp>
          <p:nvSpPr>
            <p:cNvPr id="24726" name="文本框 573591"/>
            <p:cNvSpPr txBox="1"/>
            <p:nvPr/>
          </p:nvSpPr>
          <p:spPr>
            <a:xfrm>
              <a:off x="3176" y="2374"/>
              <a:ext cx="2584" cy="288"/>
            </a:xfrm>
            <a:prstGeom prst="rect">
              <a:avLst/>
            </a:prstGeom>
            <a:noFill/>
            <a:ln w="9525">
              <a:noFill/>
            </a:ln>
          </p:spPr>
          <p:txBody>
            <a:bodyPr anchor="t">
              <a:spAutoFit/>
            </a:bodyPr>
            <a:p>
              <a:pPr>
                <a:lnSpc>
                  <a:spcPct val="100000"/>
                </a:lnSpc>
              </a:pPr>
              <a:r>
                <a:rPr lang="zh-CN" altLang="en-US" sz="2400" dirty="0">
                  <a:solidFill>
                    <a:srgbClr val="FF3300"/>
                  </a:solidFill>
                  <a:latin typeface="Times New Roman" panose="02020603050405020304" pitchFamily="18" charset="0"/>
                  <a:ea typeface="华文中宋" panose="02010600040101010101" pitchFamily="2" charset="-122"/>
                </a:rPr>
                <a:t>波节</a:t>
              </a:r>
              <a:r>
                <a:rPr lang="zh-CN" altLang="en-US" sz="2000" dirty="0">
                  <a:latin typeface="Times New Roman" panose="02020603050405020304" pitchFamily="18" charset="0"/>
                  <a:ea typeface="华文中宋" panose="02010600040101010101" pitchFamily="2" charset="-122"/>
                </a:rPr>
                <a:t>处形变最大 势能</a:t>
              </a:r>
              <a:endParaRPr lang="zh-CN" altLang="en-US" sz="2000">
                <a:latin typeface="Times New Roman" panose="02020603050405020304" pitchFamily="18" charset="0"/>
                <a:ea typeface="华文中宋" panose="02010600040101010101" pitchFamily="2" charset="-122"/>
              </a:endParaRPr>
            </a:p>
          </p:txBody>
        </p:sp>
        <p:sp>
          <p:nvSpPr>
            <p:cNvPr id="24727" name="矩形 573592"/>
            <p:cNvSpPr/>
            <p:nvPr/>
          </p:nvSpPr>
          <p:spPr>
            <a:xfrm>
              <a:off x="4829" y="2446"/>
              <a:ext cx="151" cy="148"/>
            </a:xfrm>
            <a:prstGeom prst="rect">
              <a:avLst/>
            </a:prstGeom>
          </p:spPr>
          <p:txBody>
            <a:bodyPr wrap="none" fromWordArt="1">
              <a:prstTxWarp prst="textPlain">
                <a:avLst>
                  <a:gd name="adj" fmla="val 38972"/>
                </a:avLst>
              </a:prstTxWarp>
              <a:normAutofit/>
            </a:bodyPr>
            <a:p>
              <a:pPr algn="ctr"/>
              <a:r>
                <a:rPr lang="zh-CN" altLang="en-US" sz="3600">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rPr>
                <a:t>E</a:t>
              </a:r>
              <a:endParaRPr lang="zh-CN" altLang="en-US" sz="3600">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endParaRPr>
            </a:p>
          </p:txBody>
        </p:sp>
        <p:sp>
          <p:nvSpPr>
            <p:cNvPr id="24728" name="矩形 573593"/>
            <p:cNvSpPr/>
            <p:nvPr/>
          </p:nvSpPr>
          <p:spPr>
            <a:xfrm>
              <a:off x="4960" y="2515"/>
              <a:ext cx="68" cy="118"/>
            </a:xfrm>
            <a:prstGeom prst="rect">
              <a:avLst/>
            </a:prstGeom>
          </p:spPr>
          <p:txBody>
            <a:bodyPr wrap="none" fromWordArt="1">
              <a:prstTxWarp prst="textPlain">
                <a:avLst>
                  <a:gd name="adj" fmla="val 50000"/>
                </a:avLst>
              </a:prstTxWarp>
              <a:normAutofit/>
            </a:bodyPr>
            <a:p>
              <a:pPr algn="ctr"/>
              <a:r>
                <a:rPr lang="zh-CN" altLang="en-US" sz="3600" i="1">
                  <a:ln w="9525" cap="flat" cmpd="sng">
                    <a:solidFill>
                      <a:srgbClr val="FF0000"/>
                    </a:solidFill>
                    <a:prstDash val="solid"/>
                    <a:round/>
                    <a:headEnd type="none" w="med" len="med"/>
                    <a:tailEnd type="none" w="med" len="med"/>
                  </a:ln>
                  <a:solidFill>
                    <a:srgbClr val="FF0000"/>
                  </a:solidFill>
                  <a:latin typeface="Monotype Corsiva" panose="03010101010201010101" charset="0"/>
                  <a:ea typeface="Monotype Corsiva" panose="03010101010201010101" charset="0"/>
                </a:rPr>
                <a:t>p</a:t>
              </a:r>
              <a:endParaRPr lang="zh-CN" altLang="en-US" sz="3600" i="1">
                <a:ln w="9525" cap="flat" cmpd="sng">
                  <a:solidFill>
                    <a:srgbClr val="FF0000"/>
                  </a:solidFill>
                  <a:prstDash val="solid"/>
                  <a:round/>
                  <a:headEnd type="none" w="med" len="med"/>
                  <a:tailEnd type="none" w="med" len="med"/>
                </a:ln>
                <a:solidFill>
                  <a:srgbClr val="FF0000"/>
                </a:solidFill>
                <a:latin typeface="Monotype Corsiva" panose="03010101010201010101" charset="0"/>
                <a:ea typeface="Monotype Corsiva" panose="03010101010201010101" charset="0"/>
              </a:endParaRPr>
            </a:p>
          </p:txBody>
        </p:sp>
        <p:sp>
          <p:nvSpPr>
            <p:cNvPr id="24729" name="直接连接符 573594"/>
            <p:cNvSpPr/>
            <p:nvPr/>
          </p:nvSpPr>
          <p:spPr>
            <a:xfrm flipH="1" flipV="1">
              <a:off x="5105" y="2423"/>
              <a:ext cx="1" cy="224"/>
            </a:xfrm>
            <a:prstGeom prst="line">
              <a:avLst/>
            </a:prstGeom>
            <a:ln w="28575" cap="flat" cmpd="sng">
              <a:solidFill>
                <a:schemeClr val="tx1"/>
              </a:solidFill>
              <a:prstDash val="solid"/>
              <a:round/>
              <a:headEnd type="none" w="med" len="med"/>
              <a:tailEnd type="triangle" w="sm" len="med"/>
            </a:ln>
          </p:spPr>
        </p:sp>
        <p:sp>
          <p:nvSpPr>
            <p:cNvPr id="24730" name="文本框 573595"/>
            <p:cNvSpPr txBox="1"/>
            <p:nvPr/>
          </p:nvSpPr>
          <p:spPr>
            <a:xfrm>
              <a:off x="5113" y="2389"/>
              <a:ext cx="647" cy="250"/>
            </a:xfrm>
            <a:prstGeom prst="rect">
              <a:avLst/>
            </a:prstGeom>
            <a:noFill/>
            <a:ln w="9525">
              <a:noFill/>
            </a:ln>
          </p:spPr>
          <p:txBody>
            <a:bodyPr anchor="t">
              <a:spAutoFit/>
            </a:bodyPr>
            <a:p>
              <a:pPr>
                <a:lnSpc>
                  <a:spcPct val="100000"/>
                </a:lnSpc>
              </a:pPr>
              <a:r>
                <a:rPr lang="zh-CN" altLang="en-US" sz="2000" dirty="0">
                  <a:latin typeface="Times New Roman" panose="02020603050405020304" pitchFamily="18" charset="0"/>
                  <a:ea typeface="华文中宋" panose="02010600040101010101" pitchFamily="2" charset="-122"/>
                </a:rPr>
                <a:t>最大</a:t>
              </a:r>
              <a:endParaRPr lang="zh-CN" altLang="en-US" sz="2000">
                <a:latin typeface="Times New Roman" panose="02020603050405020304" pitchFamily="18" charset="0"/>
                <a:ea typeface="华文中宋" panose="02010600040101010101" pitchFamily="2" charset="-122"/>
              </a:endParaRPr>
            </a:p>
          </p:txBody>
        </p:sp>
        <p:sp>
          <p:nvSpPr>
            <p:cNvPr id="24731" name="矩形 573596"/>
            <p:cNvSpPr/>
            <p:nvPr/>
          </p:nvSpPr>
          <p:spPr>
            <a:xfrm>
              <a:off x="4425" y="2582"/>
              <a:ext cx="27" cy="43"/>
            </a:xfrm>
            <a:prstGeom prst="rect">
              <a:avLst/>
            </a:prstGeom>
          </p:spPr>
          <p:txBody>
            <a:bodyPr wrap="none" fromWordArt="1">
              <a:prstTxWarp prst="textPlain">
                <a:avLst>
                  <a:gd name="adj" fmla="val 50000"/>
                </a:avLst>
              </a:prstTxWarp>
              <a:normAutofit/>
            </a:bodyPr>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endPar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endParaRPr>
            </a:p>
          </p:txBody>
        </p:sp>
      </p:grpSp>
      <p:grpSp>
        <p:nvGrpSpPr>
          <p:cNvPr id="573598" name="组合 573597"/>
          <p:cNvGrpSpPr/>
          <p:nvPr/>
        </p:nvGrpSpPr>
        <p:grpSpPr>
          <a:xfrm>
            <a:off x="4884738" y="4976813"/>
            <a:ext cx="4295775" cy="1198562"/>
            <a:chOff x="3054" y="2661"/>
            <a:chExt cx="2706" cy="755"/>
          </a:xfrm>
        </p:grpSpPr>
        <p:sp>
          <p:nvSpPr>
            <p:cNvPr id="24733" name="文本框 573598"/>
            <p:cNvSpPr txBox="1"/>
            <p:nvPr/>
          </p:nvSpPr>
          <p:spPr>
            <a:xfrm flipH="1">
              <a:off x="3164" y="2879"/>
              <a:ext cx="2596" cy="288"/>
            </a:xfrm>
            <a:prstGeom prst="rect">
              <a:avLst/>
            </a:prstGeom>
            <a:noFill/>
            <a:ln w="9525">
              <a:noFill/>
            </a:ln>
          </p:spPr>
          <p:txBody>
            <a:bodyPr anchor="t">
              <a:spAutoFit/>
            </a:bodyPr>
            <a:p>
              <a:pPr>
                <a:lnSpc>
                  <a:spcPct val="100000"/>
                </a:lnSpc>
              </a:pPr>
              <a:r>
                <a:rPr lang="zh-CN" altLang="en-US" sz="2400">
                  <a:solidFill>
                    <a:schemeClr val="accent2"/>
                  </a:solidFill>
                  <a:latin typeface="Times New Roman" panose="02020603050405020304" pitchFamily="18" charset="0"/>
                  <a:ea typeface="华文中宋" panose="02010600040101010101" pitchFamily="2" charset="-122"/>
                </a:rPr>
                <a:t>波腹</a:t>
              </a:r>
              <a:r>
                <a:rPr lang="zh-CN" altLang="en-US" sz="2000" dirty="0">
                  <a:latin typeface="Times New Roman" panose="02020603050405020304" pitchFamily="18" charset="0"/>
                  <a:ea typeface="华文中宋" panose="02010600040101010101" pitchFamily="2" charset="-122"/>
                </a:rPr>
                <a:t>附近各点速度最大</a:t>
              </a:r>
              <a:endParaRPr lang="zh-CN" altLang="en-US" sz="2000">
                <a:latin typeface="Times New Roman" panose="02020603050405020304" pitchFamily="18" charset="0"/>
                <a:ea typeface="华文中宋" panose="02010600040101010101" pitchFamily="2" charset="-122"/>
              </a:endParaRPr>
            </a:p>
          </p:txBody>
        </p:sp>
        <p:grpSp>
          <p:nvGrpSpPr>
            <p:cNvPr id="24734" name="组合 573599"/>
            <p:cNvGrpSpPr/>
            <p:nvPr/>
          </p:nvGrpSpPr>
          <p:grpSpPr>
            <a:xfrm>
              <a:off x="3054" y="2716"/>
              <a:ext cx="132" cy="124"/>
              <a:chOff x="3045" y="1834"/>
              <a:chExt cx="101" cy="101"/>
            </a:xfrm>
          </p:grpSpPr>
          <p:sp>
            <p:nvSpPr>
              <p:cNvPr id="24735" name="椭圆 573600"/>
              <p:cNvSpPr/>
              <p:nvPr/>
            </p:nvSpPr>
            <p:spPr>
              <a:xfrm>
                <a:off x="3045" y="1834"/>
                <a:ext cx="101" cy="101"/>
              </a:xfrm>
              <a:prstGeom prst="ellipse">
                <a:avLst/>
              </a:prstGeom>
              <a:gradFill rotWithShape="0">
                <a:gsLst>
                  <a:gs pos="0">
                    <a:schemeClr val="accent1"/>
                  </a:gs>
                  <a:gs pos="100000">
                    <a:srgbClr val="009E00"/>
                  </a:gs>
                </a:gsLst>
                <a:lin ang="2700000" scaled="1"/>
                <a:tileRect/>
              </a:gradFill>
              <a:ln w="9525" cap="flat" cmpd="sng">
                <a:solidFill>
                  <a:srgbClr val="009900"/>
                </a:solidFill>
                <a:prstDash val="solid"/>
                <a:round/>
                <a:headEnd type="none" w="med" len="med"/>
                <a:tailEnd type="none" w="med" len="med"/>
              </a:ln>
            </p:spPr>
            <p:txBody>
              <a:bodyPr anchor="t"/>
              <a:p>
                <a:pPr eaLnBrk="0" hangingPunct="0"/>
                <a:endParaRPr lang="zh-CN" altLang="en-US">
                  <a:latin typeface="Times New Roman" panose="02020603050405020304" pitchFamily="18" charset="0"/>
                  <a:ea typeface="宋体" panose="02010600030101010101" pitchFamily="2" charset="-122"/>
                </a:endParaRPr>
              </a:p>
            </p:txBody>
          </p:sp>
          <p:sp>
            <p:nvSpPr>
              <p:cNvPr id="24736" name="椭圆 573601"/>
              <p:cNvSpPr/>
              <p:nvPr/>
            </p:nvSpPr>
            <p:spPr>
              <a:xfrm rot="2011591">
                <a:off x="3061" y="1850"/>
                <a:ext cx="39" cy="44"/>
              </a:xfrm>
              <a:prstGeom prst="ellipse">
                <a:avLst/>
              </a:prstGeom>
              <a:gradFill rotWithShape="0">
                <a:gsLst>
                  <a:gs pos="0">
                    <a:srgbClr val="7BFFDC"/>
                  </a:gs>
                  <a:gs pos="100000">
                    <a:srgbClr val="00D09A"/>
                  </a:gs>
                </a:gsLst>
                <a:path path="shape">
                  <a:fillToRect l="50000" t="50000" r="50000" b="50000"/>
                </a:path>
                <a:tileRect/>
              </a:gradFill>
              <a:ln w="9525">
                <a:noFill/>
              </a:ln>
            </p:spPr>
            <p:txBody>
              <a:bodyPr anchor="t"/>
              <a:p>
                <a:pPr eaLnBrk="0" hangingPunct="0"/>
                <a:endParaRPr lang="zh-CN" altLang="en-US">
                  <a:latin typeface="Times New Roman" panose="02020603050405020304" pitchFamily="18" charset="0"/>
                  <a:ea typeface="宋体" panose="02010600030101010101" pitchFamily="2" charset="-122"/>
                </a:endParaRPr>
              </a:p>
            </p:txBody>
          </p:sp>
        </p:grpSp>
        <p:sp>
          <p:nvSpPr>
            <p:cNvPr id="24737" name="文本框 573602"/>
            <p:cNvSpPr txBox="1"/>
            <p:nvPr/>
          </p:nvSpPr>
          <p:spPr>
            <a:xfrm>
              <a:off x="3174" y="2661"/>
              <a:ext cx="2586" cy="250"/>
            </a:xfrm>
            <a:prstGeom prst="rect">
              <a:avLst/>
            </a:prstGeom>
            <a:noFill/>
            <a:ln w="9525">
              <a:noFill/>
            </a:ln>
          </p:spPr>
          <p:txBody>
            <a:bodyPr anchor="t">
              <a:spAutoFit/>
            </a:bodyPr>
            <a:p>
              <a:pPr>
                <a:lnSpc>
                  <a:spcPct val="100000"/>
                </a:lnSpc>
              </a:pPr>
              <a:r>
                <a:rPr lang="zh-CN" altLang="en-US" sz="2000" dirty="0">
                  <a:latin typeface="Times New Roman" panose="02020603050405020304" pitchFamily="18" charset="0"/>
                  <a:ea typeface="华文中宋" panose="02010600040101010101" pitchFamily="2" charset="-122"/>
                </a:rPr>
                <a:t>其它各质点同时通过</a:t>
              </a:r>
              <a:r>
                <a:rPr lang="zh-CN" altLang="en-US" sz="2000" dirty="0">
                  <a:solidFill>
                    <a:srgbClr val="FF0000"/>
                  </a:solidFill>
                  <a:latin typeface="Times New Roman" panose="02020603050405020304" pitchFamily="18" charset="0"/>
                  <a:ea typeface="华文中宋" panose="02010600040101010101" pitchFamily="2" charset="-122"/>
                </a:rPr>
                <a:t>平衡位置</a:t>
              </a:r>
              <a:r>
                <a:rPr lang="zh-CN" altLang="en-US" sz="2000" dirty="0">
                  <a:latin typeface="Times New Roman" panose="02020603050405020304" pitchFamily="18" charset="0"/>
                  <a:ea typeface="华文中宋" panose="02010600040101010101" pitchFamily="2" charset="-122"/>
                </a:rPr>
                <a:t>时</a:t>
              </a:r>
              <a:endParaRPr lang="zh-CN" altLang="en-US" sz="2000">
                <a:latin typeface="Times New Roman" panose="02020603050405020304" pitchFamily="18" charset="0"/>
                <a:ea typeface="华文中宋" panose="02010600040101010101" pitchFamily="2" charset="-122"/>
              </a:endParaRPr>
            </a:p>
          </p:txBody>
        </p:sp>
        <p:grpSp>
          <p:nvGrpSpPr>
            <p:cNvPr id="24738" name="组合 573603"/>
            <p:cNvGrpSpPr/>
            <p:nvPr/>
          </p:nvGrpSpPr>
          <p:grpSpPr>
            <a:xfrm>
              <a:off x="4916" y="2946"/>
              <a:ext cx="212" cy="170"/>
              <a:chOff x="4982" y="1803"/>
              <a:chExt cx="212" cy="170"/>
            </a:xfrm>
          </p:grpSpPr>
          <p:sp>
            <p:nvSpPr>
              <p:cNvPr id="24739" name="矩形 573604"/>
              <p:cNvSpPr/>
              <p:nvPr/>
            </p:nvSpPr>
            <p:spPr>
              <a:xfrm>
                <a:off x="4982" y="1803"/>
                <a:ext cx="151" cy="148"/>
              </a:xfrm>
              <a:prstGeom prst="rect">
                <a:avLst/>
              </a:prstGeom>
            </p:spPr>
            <p:txBody>
              <a:bodyPr wrap="none" fromWordArt="1">
                <a:prstTxWarp prst="textPlain">
                  <a:avLst>
                    <a:gd name="adj" fmla="val 38972"/>
                  </a:avLst>
                </a:prstTxWarp>
                <a:normAutofit/>
              </a:bodyPr>
              <a:p>
                <a:pPr algn="ctr"/>
                <a:r>
                  <a:rPr lang="zh-CN" altLang="en-US" sz="3600">
                    <a:ln w="9525" cap="flat" cmpd="sng">
                      <a:solidFill>
                        <a:schemeClr val="accent2"/>
                      </a:solidFill>
                      <a:prstDash val="solid"/>
                      <a:round/>
                      <a:headEnd type="none" w="med" len="med"/>
                      <a:tailEnd type="none" w="med" len="med"/>
                    </a:ln>
                    <a:solidFill>
                      <a:schemeClr val="accent2"/>
                    </a:solidFill>
                    <a:latin typeface="宋体" panose="02010600030101010101" pitchFamily="2" charset="-122"/>
                    <a:ea typeface="宋体" panose="02010600030101010101" pitchFamily="2" charset="-122"/>
                  </a:rPr>
                  <a:t>E</a:t>
                </a:r>
                <a:endParaRPr lang="zh-CN" altLang="en-US" sz="3600">
                  <a:ln w="9525" cap="flat" cmpd="sng">
                    <a:solidFill>
                      <a:schemeClr val="accent2"/>
                    </a:solidFill>
                    <a:prstDash val="solid"/>
                    <a:round/>
                    <a:headEnd type="none" w="med" len="med"/>
                    <a:tailEnd type="none" w="med" len="med"/>
                  </a:ln>
                  <a:solidFill>
                    <a:schemeClr val="accent2"/>
                  </a:solidFill>
                  <a:latin typeface="宋体" panose="02010600030101010101" pitchFamily="2" charset="-122"/>
                  <a:ea typeface="宋体" panose="02010600030101010101" pitchFamily="2" charset="-122"/>
                </a:endParaRPr>
              </a:p>
            </p:txBody>
          </p:sp>
          <p:sp>
            <p:nvSpPr>
              <p:cNvPr id="24740" name="矩形 573605"/>
              <p:cNvSpPr/>
              <p:nvPr/>
            </p:nvSpPr>
            <p:spPr>
              <a:xfrm>
                <a:off x="5126" y="1867"/>
                <a:ext cx="68" cy="106"/>
              </a:xfrm>
              <a:prstGeom prst="rect">
                <a:avLst/>
              </a:prstGeom>
            </p:spPr>
            <p:txBody>
              <a:bodyPr wrap="none" fromWordArt="1">
                <a:prstTxWarp prst="textPlain">
                  <a:avLst>
                    <a:gd name="adj" fmla="val 50000"/>
                  </a:avLst>
                </a:prstTxWarp>
                <a:normAutofit/>
              </a:bodyPr>
              <a:p>
                <a:pPr algn="ctr"/>
                <a:r>
                  <a:rPr lang="zh-CN" altLang="en-US" sz="3600" i="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rPr>
                  <a:t>k</a:t>
                </a:r>
                <a:endParaRPr lang="zh-CN" altLang="en-US" sz="3600" i="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endParaRPr>
              </a:p>
            </p:txBody>
          </p:sp>
        </p:grpSp>
        <p:sp>
          <p:nvSpPr>
            <p:cNvPr id="24741" name="直接连接符 573606"/>
            <p:cNvSpPr/>
            <p:nvPr/>
          </p:nvSpPr>
          <p:spPr>
            <a:xfrm flipH="1" flipV="1">
              <a:off x="5196" y="2921"/>
              <a:ext cx="1" cy="224"/>
            </a:xfrm>
            <a:prstGeom prst="line">
              <a:avLst/>
            </a:prstGeom>
            <a:ln w="28575" cap="flat" cmpd="sng">
              <a:solidFill>
                <a:schemeClr val="tx1"/>
              </a:solidFill>
              <a:prstDash val="solid"/>
              <a:round/>
              <a:headEnd type="none" w="med" len="med"/>
              <a:tailEnd type="triangle" w="sm" len="med"/>
            </a:ln>
          </p:spPr>
        </p:sp>
        <p:sp>
          <p:nvSpPr>
            <p:cNvPr id="24742" name="文本框 573607"/>
            <p:cNvSpPr txBox="1"/>
            <p:nvPr/>
          </p:nvSpPr>
          <p:spPr>
            <a:xfrm>
              <a:off x="5221" y="2902"/>
              <a:ext cx="539" cy="250"/>
            </a:xfrm>
            <a:prstGeom prst="rect">
              <a:avLst/>
            </a:prstGeom>
            <a:noFill/>
            <a:ln w="9525">
              <a:noFill/>
            </a:ln>
          </p:spPr>
          <p:txBody>
            <a:bodyPr anchor="t">
              <a:spAutoFit/>
            </a:bodyPr>
            <a:p>
              <a:pPr>
                <a:lnSpc>
                  <a:spcPct val="100000"/>
                </a:lnSpc>
              </a:pPr>
              <a:r>
                <a:rPr lang="zh-CN" altLang="en-US" sz="2000" dirty="0">
                  <a:latin typeface="Times New Roman" panose="02020603050405020304" pitchFamily="18" charset="0"/>
                  <a:ea typeface="华文中宋" panose="02010600040101010101" pitchFamily="2" charset="-122"/>
                </a:rPr>
                <a:t>最大</a:t>
              </a:r>
              <a:endParaRPr lang="zh-CN" altLang="en-US" sz="2000">
                <a:latin typeface="Times New Roman" panose="02020603050405020304" pitchFamily="18" charset="0"/>
                <a:ea typeface="华文中宋" panose="02010600040101010101" pitchFamily="2" charset="-122"/>
              </a:endParaRPr>
            </a:p>
          </p:txBody>
        </p:sp>
        <p:sp>
          <p:nvSpPr>
            <p:cNvPr id="24743" name="文本框 573608"/>
            <p:cNvSpPr txBox="1"/>
            <p:nvPr/>
          </p:nvSpPr>
          <p:spPr>
            <a:xfrm>
              <a:off x="3173" y="3128"/>
              <a:ext cx="2587" cy="288"/>
            </a:xfrm>
            <a:prstGeom prst="rect">
              <a:avLst/>
            </a:prstGeom>
            <a:noFill/>
            <a:ln w="9525">
              <a:noFill/>
            </a:ln>
          </p:spPr>
          <p:txBody>
            <a:bodyPr anchor="t">
              <a:spAutoFit/>
            </a:bodyPr>
            <a:p>
              <a:pPr>
                <a:lnSpc>
                  <a:spcPct val="100000"/>
                </a:lnSpc>
              </a:pPr>
              <a:r>
                <a:rPr lang="zh-CN" altLang="en-US" sz="2400" dirty="0">
                  <a:solidFill>
                    <a:srgbClr val="FF3300"/>
                  </a:solidFill>
                  <a:latin typeface="Times New Roman" panose="02020603050405020304" pitchFamily="18" charset="0"/>
                  <a:ea typeface="华文中宋" panose="02010600040101010101" pitchFamily="2" charset="-122"/>
                </a:rPr>
                <a:t>波节</a:t>
              </a:r>
              <a:r>
                <a:rPr lang="zh-CN" altLang="en-US" sz="2000" dirty="0">
                  <a:latin typeface="Times New Roman" panose="02020603050405020304" pitchFamily="18" charset="0"/>
                  <a:ea typeface="华文中宋" panose="02010600040101010101" pitchFamily="2" charset="-122"/>
                </a:rPr>
                <a:t>及其它点无形变</a:t>
              </a:r>
              <a:endParaRPr lang="zh-CN" altLang="en-US" sz="2000">
                <a:latin typeface="Times New Roman" panose="02020603050405020304" pitchFamily="18" charset="0"/>
                <a:ea typeface="华文中宋" panose="02010600040101010101" pitchFamily="2" charset="-122"/>
              </a:endParaRPr>
            </a:p>
          </p:txBody>
        </p:sp>
        <p:sp>
          <p:nvSpPr>
            <p:cNvPr id="24744" name="矩形 573609"/>
            <p:cNvSpPr/>
            <p:nvPr/>
          </p:nvSpPr>
          <p:spPr>
            <a:xfrm>
              <a:off x="4830" y="3202"/>
              <a:ext cx="151" cy="148"/>
            </a:xfrm>
            <a:prstGeom prst="rect">
              <a:avLst/>
            </a:prstGeom>
          </p:spPr>
          <p:txBody>
            <a:bodyPr wrap="none" fromWordArt="1">
              <a:prstTxWarp prst="textPlain">
                <a:avLst>
                  <a:gd name="adj" fmla="val 38972"/>
                </a:avLst>
              </a:prstTxWarp>
              <a:normAutofit/>
            </a:bodyPr>
            <a:p>
              <a:pPr algn="ctr"/>
              <a:r>
                <a:rPr lang="zh-CN" altLang="en-US" sz="3600">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rPr>
                <a:t>E</a:t>
              </a:r>
              <a:endParaRPr lang="zh-CN" altLang="en-US" sz="3600">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endParaRPr>
            </a:p>
          </p:txBody>
        </p:sp>
        <p:sp>
          <p:nvSpPr>
            <p:cNvPr id="24745" name="矩形 573610"/>
            <p:cNvSpPr/>
            <p:nvPr/>
          </p:nvSpPr>
          <p:spPr>
            <a:xfrm>
              <a:off x="4961" y="3271"/>
              <a:ext cx="67" cy="118"/>
            </a:xfrm>
            <a:prstGeom prst="rect">
              <a:avLst/>
            </a:prstGeom>
          </p:spPr>
          <p:txBody>
            <a:bodyPr wrap="none" fromWordArt="1">
              <a:prstTxWarp prst="textPlain">
                <a:avLst>
                  <a:gd name="adj" fmla="val 50000"/>
                </a:avLst>
              </a:prstTxWarp>
              <a:normAutofit/>
            </a:bodyPr>
            <a:p>
              <a:pPr algn="ctr"/>
              <a:r>
                <a:rPr lang="zh-CN" altLang="en-US" sz="3600" i="1">
                  <a:ln w="9525" cap="flat" cmpd="sng">
                    <a:solidFill>
                      <a:srgbClr val="FF0000"/>
                    </a:solidFill>
                    <a:prstDash val="solid"/>
                    <a:round/>
                    <a:headEnd type="none" w="med" len="med"/>
                    <a:tailEnd type="none" w="med" len="med"/>
                  </a:ln>
                  <a:solidFill>
                    <a:srgbClr val="FF0000"/>
                  </a:solidFill>
                  <a:latin typeface="Monotype Corsiva" panose="03010101010201010101" charset="0"/>
                  <a:ea typeface="Monotype Corsiva" panose="03010101010201010101" charset="0"/>
                </a:rPr>
                <a:t>p</a:t>
              </a:r>
              <a:endParaRPr lang="zh-CN" altLang="en-US" sz="3600" i="1">
                <a:ln w="9525" cap="flat" cmpd="sng">
                  <a:solidFill>
                    <a:srgbClr val="FF0000"/>
                  </a:solidFill>
                  <a:prstDash val="solid"/>
                  <a:round/>
                  <a:headEnd type="none" w="med" len="med"/>
                  <a:tailEnd type="none" w="med" len="med"/>
                </a:ln>
                <a:solidFill>
                  <a:srgbClr val="FF0000"/>
                </a:solidFill>
                <a:latin typeface="Monotype Corsiva" panose="03010101010201010101" charset="0"/>
                <a:ea typeface="Monotype Corsiva" panose="03010101010201010101" charset="0"/>
              </a:endParaRPr>
            </a:p>
          </p:txBody>
        </p:sp>
        <p:sp>
          <p:nvSpPr>
            <p:cNvPr id="24746" name="直接连接符 573611"/>
            <p:cNvSpPr/>
            <p:nvPr/>
          </p:nvSpPr>
          <p:spPr>
            <a:xfrm flipH="1">
              <a:off x="5106" y="3179"/>
              <a:ext cx="1" cy="224"/>
            </a:xfrm>
            <a:prstGeom prst="line">
              <a:avLst/>
            </a:prstGeom>
            <a:ln w="28575" cap="flat" cmpd="sng">
              <a:solidFill>
                <a:schemeClr val="tx1"/>
              </a:solidFill>
              <a:prstDash val="solid"/>
              <a:round/>
              <a:headEnd type="none" w="med" len="med"/>
              <a:tailEnd type="triangle" w="sm" len="med"/>
            </a:ln>
          </p:spPr>
        </p:sp>
        <p:sp>
          <p:nvSpPr>
            <p:cNvPr id="24747" name="矩形 573612"/>
            <p:cNvSpPr/>
            <p:nvPr/>
          </p:nvSpPr>
          <p:spPr>
            <a:xfrm>
              <a:off x="5215" y="3223"/>
              <a:ext cx="85" cy="147"/>
            </a:xfrm>
            <a:prstGeom prst="rect">
              <a:avLst/>
            </a:prstGeom>
          </p:spPr>
          <p:txBody>
            <a:bodyPr wrap="none" fromWordArt="1">
              <a:prstTxWarp prst="textPlain">
                <a:avLst>
                  <a:gd name="adj" fmla="val 51199"/>
                </a:avLst>
              </a:prstTxWarp>
              <a:normAutofit/>
            </a:bodyPr>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0</a:t>
              </a:r>
              <a:endPar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endParaRPr>
            </a:p>
          </p:txBody>
        </p:sp>
      </p:grpSp>
      <p:grpSp>
        <p:nvGrpSpPr>
          <p:cNvPr id="573615" name="组合 573614"/>
          <p:cNvGrpSpPr/>
          <p:nvPr/>
        </p:nvGrpSpPr>
        <p:grpSpPr>
          <a:xfrm>
            <a:off x="5822950" y="2265363"/>
            <a:ext cx="2225675" cy="750887"/>
            <a:chOff x="3652" y="991"/>
            <a:chExt cx="1402" cy="473"/>
          </a:xfrm>
        </p:grpSpPr>
        <p:sp>
          <p:nvSpPr>
            <p:cNvPr id="24749" name="直接连接符 573615"/>
            <p:cNvSpPr/>
            <p:nvPr/>
          </p:nvSpPr>
          <p:spPr>
            <a:xfrm>
              <a:off x="3684" y="1252"/>
              <a:ext cx="0" cy="212"/>
            </a:xfrm>
            <a:prstGeom prst="line">
              <a:avLst/>
            </a:prstGeom>
            <a:ln w="28575" cap="flat" cmpd="sng">
              <a:solidFill>
                <a:schemeClr val="accent2"/>
              </a:solidFill>
              <a:prstDash val="solid"/>
              <a:round/>
              <a:headEnd type="none" w="med" len="med"/>
              <a:tailEnd type="triangle" w="med" len="med"/>
            </a:ln>
          </p:spPr>
        </p:sp>
        <p:sp>
          <p:nvSpPr>
            <p:cNvPr id="24750" name="椭圆 573616"/>
            <p:cNvSpPr/>
            <p:nvPr/>
          </p:nvSpPr>
          <p:spPr>
            <a:xfrm>
              <a:off x="3652" y="1190"/>
              <a:ext cx="63" cy="60"/>
            </a:xfrm>
            <a:prstGeom prst="ellipse">
              <a:avLst/>
            </a:prstGeom>
            <a:solidFill>
              <a:schemeClr val="bg1"/>
            </a:solidFill>
            <a:ln w="28575" cap="flat" cmpd="sng">
              <a:solidFill>
                <a:schemeClr val="accent2"/>
              </a:solidFill>
              <a:prstDash val="solid"/>
              <a:round/>
              <a:headEnd type="none" w="med" len="med"/>
              <a:tailEnd type="none" w="med" len="med"/>
            </a:ln>
          </p:spPr>
          <p:txBody>
            <a:bodyPr anchor="t"/>
            <a:p>
              <a:pPr eaLnBrk="0" hangingPunct="0"/>
              <a:endParaRPr lang="zh-CN" altLang="en-US">
                <a:latin typeface="Times New Roman" panose="02020603050405020304" pitchFamily="18" charset="0"/>
                <a:ea typeface="宋体" panose="02010600030101010101" pitchFamily="2" charset="-122"/>
              </a:endParaRPr>
            </a:p>
          </p:txBody>
        </p:sp>
        <p:sp>
          <p:nvSpPr>
            <p:cNvPr id="24751" name="直接连接符 573617"/>
            <p:cNvSpPr/>
            <p:nvPr/>
          </p:nvSpPr>
          <p:spPr>
            <a:xfrm flipV="1">
              <a:off x="4347" y="991"/>
              <a:ext cx="0" cy="212"/>
            </a:xfrm>
            <a:prstGeom prst="line">
              <a:avLst/>
            </a:prstGeom>
            <a:ln w="28575" cap="flat" cmpd="sng">
              <a:solidFill>
                <a:schemeClr val="accent2"/>
              </a:solidFill>
              <a:prstDash val="solid"/>
              <a:round/>
              <a:headEnd type="none" w="med" len="med"/>
              <a:tailEnd type="triangle" w="med" len="med"/>
            </a:ln>
          </p:spPr>
        </p:sp>
        <p:sp>
          <p:nvSpPr>
            <p:cNvPr id="24752" name="椭圆 573618"/>
            <p:cNvSpPr/>
            <p:nvPr/>
          </p:nvSpPr>
          <p:spPr>
            <a:xfrm>
              <a:off x="4317" y="1196"/>
              <a:ext cx="63" cy="60"/>
            </a:xfrm>
            <a:prstGeom prst="ellipse">
              <a:avLst/>
            </a:prstGeom>
            <a:solidFill>
              <a:schemeClr val="bg1"/>
            </a:solidFill>
            <a:ln w="28575" cap="flat" cmpd="sng">
              <a:solidFill>
                <a:schemeClr val="accent2"/>
              </a:solidFill>
              <a:prstDash val="solid"/>
              <a:round/>
              <a:headEnd type="none" w="med" len="med"/>
              <a:tailEnd type="none" w="med" len="med"/>
            </a:ln>
          </p:spPr>
          <p:txBody>
            <a:bodyPr anchor="t"/>
            <a:p>
              <a:pPr eaLnBrk="0" hangingPunct="0"/>
              <a:endParaRPr lang="zh-CN" altLang="en-US">
                <a:latin typeface="Times New Roman" panose="02020603050405020304" pitchFamily="18" charset="0"/>
                <a:ea typeface="宋体" panose="02010600030101010101" pitchFamily="2" charset="-122"/>
              </a:endParaRPr>
            </a:p>
          </p:txBody>
        </p:sp>
        <p:sp>
          <p:nvSpPr>
            <p:cNvPr id="24753" name="直接连接符 573619"/>
            <p:cNvSpPr/>
            <p:nvPr/>
          </p:nvSpPr>
          <p:spPr>
            <a:xfrm>
              <a:off x="5023" y="1250"/>
              <a:ext cx="0" cy="212"/>
            </a:xfrm>
            <a:prstGeom prst="line">
              <a:avLst/>
            </a:prstGeom>
            <a:ln w="28575" cap="flat" cmpd="sng">
              <a:solidFill>
                <a:schemeClr val="accent2"/>
              </a:solidFill>
              <a:prstDash val="solid"/>
              <a:round/>
              <a:headEnd type="none" w="med" len="med"/>
              <a:tailEnd type="triangle" w="med" len="med"/>
            </a:ln>
          </p:spPr>
        </p:sp>
        <p:sp>
          <p:nvSpPr>
            <p:cNvPr id="24754" name="椭圆 573620"/>
            <p:cNvSpPr/>
            <p:nvPr/>
          </p:nvSpPr>
          <p:spPr>
            <a:xfrm>
              <a:off x="4991" y="1187"/>
              <a:ext cx="63" cy="60"/>
            </a:xfrm>
            <a:prstGeom prst="ellipse">
              <a:avLst/>
            </a:prstGeom>
            <a:solidFill>
              <a:schemeClr val="bg1"/>
            </a:solidFill>
            <a:ln w="28575" cap="flat" cmpd="sng">
              <a:solidFill>
                <a:schemeClr val="accent2"/>
              </a:solidFill>
              <a:prstDash val="solid"/>
              <a:round/>
              <a:headEnd type="none" w="med" len="med"/>
              <a:tailEnd type="none" w="med" len="med"/>
            </a:ln>
          </p:spPr>
          <p:txBody>
            <a:bodyPr anchor="t"/>
            <a:p>
              <a:pPr eaLnBrk="0" hangingPunct="0"/>
              <a:endParaRPr lang="zh-CN" altLang="en-US">
                <a:latin typeface="Times New Roman" panose="02020603050405020304" pitchFamily="18" charset="0"/>
                <a:ea typeface="宋体" panose="02010600030101010101" pitchFamily="2" charset="-122"/>
              </a:endParaRPr>
            </a:p>
          </p:txBody>
        </p:sp>
      </p:grpSp>
      <p:grpSp>
        <p:nvGrpSpPr>
          <p:cNvPr id="573622" name="组合 573621"/>
          <p:cNvGrpSpPr/>
          <p:nvPr/>
        </p:nvGrpSpPr>
        <p:grpSpPr>
          <a:xfrm>
            <a:off x="5602288" y="1262063"/>
            <a:ext cx="2587625" cy="622300"/>
            <a:chOff x="3506" y="321"/>
            <a:chExt cx="1630" cy="392"/>
          </a:xfrm>
        </p:grpSpPr>
        <p:sp>
          <p:nvSpPr>
            <p:cNvPr id="24756" name="矩形 573622"/>
            <p:cNvSpPr/>
            <p:nvPr/>
          </p:nvSpPr>
          <p:spPr>
            <a:xfrm>
              <a:off x="3506" y="624"/>
              <a:ext cx="1630" cy="89"/>
            </a:xfrm>
            <a:prstGeom prst="rect">
              <a:avLst/>
            </a:prstGeom>
            <a:pattFill prst="sphere">
              <a:fgClr>
                <a:schemeClr val="bg1"/>
              </a:fgClr>
              <a:bgClr>
                <a:srgbClr val="C4E9F8"/>
              </a:bgClr>
            </a:pattFill>
            <a:ln w="9525">
              <a:noFill/>
            </a:ln>
          </p:spPr>
          <p:txBody>
            <a:bodyPr anchor="t"/>
            <a:p>
              <a:pPr eaLnBrk="0" hangingPunct="0"/>
              <a:endParaRPr lang="zh-CN" altLang="en-US">
                <a:latin typeface="Times New Roman" panose="02020603050405020304" pitchFamily="18" charset="0"/>
                <a:ea typeface="宋体" panose="02010600030101010101" pitchFamily="2" charset="-122"/>
              </a:endParaRPr>
            </a:p>
          </p:txBody>
        </p:sp>
        <p:sp>
          <p:nvSpPr>
            <p:cNvPr id="24757" name="矩形 573623"/>
            <p:cNvSpPr/>
            <p:nvPr/>
          </p:nvSpPr>
          <p:spPr>
            <a:xfrm>
              <a:off x="3539" y="321"/>
              <a:ext cx="1562" cy="227"/>
            </a:xfrm>
            <a:prstGeom prst="rect">
              <a:avLst/>
            </a:prstGeom>
          </p:spPr>
          <p:txBody>
            <a:bodyPr wrap="none" fromWordArt="1">
              <a:prstTxWarp prst="textPlain">
                <a:avLst>
                  <a:gd name="adj" fmla="val 50000"/>
                </a:avLst>
              </a:prstTxWarp>
              <a:normAutofit/>
            </a:bodyPr>
            <a:p>
              <a:pPr algn="ctr"/>
              <a:r>
                <a:rPr lang="zh-CN" altLang="en-US" sz="1800">
                  <a:ln w="9525" cap="flat" cmpd="sng">
                    <a:solidFill>
                      <a:srgbClr val="CC0000"/>
                    </a:solidFill>
                    <a:prstDash val="solid"/>
                    <a:round/>
                    <a:headEnd type="none" w="med" len="med"/>
                    <a:tailEnd type="none" w="med" len="med"/>
                  </a:ln>
                  <a:solidFill>
                    <a:srgbClr val="CC0000"/>
                  </a:solidFill>
                  <a:latin typeface="华文中宋" panose="02010600040101010101" pitchFamily="2" charset="-122"/>
                  <a:ea typeface="华文中宋" panose="02010600040101010101" pitchFamily="2" charset="-122"/>
                </a:rPr>
                <a:t>驻波的能量特点</a:t>
              </a:r>
              <a:endParaRPr lang="zh-CN" altLang="en-US" sz="1800">
                <a:ln w="9525" cap="flat" cmpd="sng">
                  <a:solidFill>
                    <a:srgbClr val="CC0000"/>
                  </a:solidFill>
                  <a:prstDash val="solid"/>
                  <a:round/>
                  <a:headEnd type="none" w="med" len="med"/>
                  <a:tailEnd type="none" w="med" len="med"/>
                </a:ln>
                <a:solidFill>
                  <a:srgbClr val="CC0000"/>
                </a:solidFill>
                <a:latin typeface="华文中宋" panose="02010600040101010101" pitchFamily="2" charset="-122"/>
                <a:ea typeface="华文中宋" panose="02010600040101010101" pitchFamily="2" charset="-122"/>
              </a:endParaRPr>
            </a:p>
          </p:txBody>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73534"/>
                                        </p:tgtEl>
                                        <p:attrNameLst>
                                          <p:attrName>style.visibility</p:attrName>
                                        </p:attrNameLst>
                                      </p:cBhvr>
                                      <p:to>
                                        <p:strVal val="visible"/>
                                      </p:to>
                                    </p:set>
                                    <p:anim calcmode="lin" valueType="num">
                                      <p:cBhvr>
                                        <p:cTn id="7" dur="500" fill="hold"/>
                                        <p:tgtEl>
                                          <p:spTgt spid="573534"/>
                                        </p:tgtEl>
                                        <p:attrNameLst>
                                          <p:attrName>ppt_w</p:attrName>
                                        </p:attrNameLst>
                                      </p:cBhvr>
                                      <p:tavLst>
                                        <p:tav tm="0">
                                          <p:val>
                                            <p:fltVal val="0.000000"/>
                                          </p:val>
                                        </p:tav>
                                        <p:tav tm="100000">
                                          <p:val>
                                            <p:strVal val="#ppt_w"/>
                                          </p:val>
                                        </p:tav>
                                      </p:tavLst>
                                    </p:anim>
                                    <p:anim calcmode="lin" valueType="num">
                                      <p:cBhvr>
                                        <p:cTn id="8" dur="500" fill="hold"/>
                                        <p:tgtEl>
                                          <p:spTgt spid="573534"/>
                                        </p:tgtEl>
                                        <p:attrNameLst>
                                          <p:attrName>ppt_h</p:attrName>
                                        </p:attrNameLst>
                                      </p:cBhvr>
                                      <p:tavLst>
                                        <p:tav tm="0">
                                          <p:val>
                                            <p:fltVal val="0.000000"/>
                                          </p:val>
                                        </p:tav>
                                        <p:tav tm="100000">
                                          <p:val>
                                            <p:strVal val="#ppt_h"/>
                                          </p:val>
                                        </p:tav>
                                      </p:tavLst>
                                    </p:anim>
                                    <p:animEffect transition="in" filter="fade">
                                      <p:cBhvr>
                                        <p:cTn id="9" dur="500"/>
                                        <p:tgtEl>
                                          <p:spTgt spid="573534"/>
                                        </p:tgtEl>
                                      </p:cBhvr>
                                    </p:animEffect>
                                  </p:childTnLst>
                                </p:cTn>
                              </p:par>
                            </p:childTnLst>
                          </p:cTn>
                        </p:par>
                        <p:par>
                          <p:cTn id="10" fill="hold">
                            <p:stCondLst>
                              <p:cond delay="500"/>
                            </p:stCondLst>
                            <p:childTnLst>
                              <p:par>
                                <p:cTn id="11" presetID="16" presetClass="entr" presetSubtype="42" fill="hold" nodeType="afterEffect">
                                  <p:stCondLst>
                                    <p:cond delay="0"/>
                                  </p:stCondLst>
                                  <p:childTnLst>
                                    <p:set>
                                      <p:cBhvr>
                                        <p:cTn id="12" dur="1" fill="hold">
                                          <p:stCondLst>
                                            <p:cond delay="0"/>
                                          </p:stCondLst>
                                        </p:cTn>
                                        <p:tgtEl>
                                          <p:spTgt spid="573444"/>
                                        </p:tgtEl>
                                        <p:attrNameLst>
                                          <p:attrName>style.visibility</p:attrName>
                                        </p:attrNameLst>
                                      </p:cBhvr>
                                      <p:to>
                                        <p:strVal val="visible"/>
                                      </p:to>
                                    </p:set>
                                    <p:animEffect transition="in" filter="barn(outHorizontal)">
                                      <p:cBhvr>
                                        <p:cTn id="13" dur="500"/>
                                        <p:tgtEl>
                                          <p:spTgt spid="573444"/>
                                        </p:tgtEl>
                                      </p:cBhvr>
                                    </p:animEffect>
                                  </p:childTnLst>
                                </p:cTn>
                              </p:par>
                            </p:childTnLst>
                          </p:cTn>
                        </p:par>
                        <p:par>
                          <p:cTn id="14" fill="hold">
                            <p:stCondLst>
                              <p:cond delay="1000"/>
                            </p:stCondLst>
                            <p:childTnLst>
                              <p:par>
                                <p:cTn id="15" presetID="16" presetClass="entr" presetSubtype="26" fill="hold" nodeType="afterEffect">
                                  <p:stCondLst>
                                    <p:cond delay="0"/>
                                  </p:stCondLst>
                                  <p:childTnLst>
                                    <p:set>
                                      <p:cBhvr>
                                        <p:cTn id="16" dur="1" fill="hold">
                                          <p:stCondLst>
                                            <p:cond delay="0"/>
                                          </p:stCondLst>
                                        </p:cTn>
                                        <p:tgtEl>
                                          <p:spTgt spid="573459"/>
                                        </p:tgtEl>
                                        <p:attrNameLst>
                                          <p:attrName>style.visibility</p:attrName>
                                        </p:attrNameLst>
                                      </p:cBhvr>
                                      <p:to>
                                        <p:strVal val="visible"/>
                                      </p:to>
                                    </p:set>
                                    <p:animEffect transition="in" filter="barn(inHorizontal)">
                                      <p:cBhvr>
                                        <p:cTn id="17" dur="500"/>
                                        <p:tgtEl>
                                          <p:spTgt spid="573459"/>
                                        </p:tgtEl>
                                      </p:cBhvr>
                                    </p:animEffect>
                                  </p:childTnLst>
                                </p:cTn>
                              </p:par>
                            </p:childTnLst>
                          </p:cTn>
                        </p:par>
                        <p:par>
                          <p:cTn id="18" fill="hold">
                            <p:stCondLst>
                              <p:cond delay="1500"/>
                            </p:stCondLst>
                            <p:childTnLst>
                              <p:par>
                                <p:cTn id="19" presetID="16" presetClass="entr" presetSubtype="26" fill="hold" nodeType="afterEffect">
                                  <p:stCondLst>
                                    <p:cond delay="0"/>
                                  </p:stCondLst>
                                  <p:childTnLst>
                                    <p:set>
                                      <p:cBhvr>
                                        <p:cTn id="20" dur="1" fill="hold">
                                          <p:stCondLst>
                                            <p:cond delay="0"/>
                                          </p:stCondLst>
                                        </p:cTn>
                                        <p:tgtEl>
                                          <p:spTgt spid="573475"/>
                                        </p:tgtEl>
                                        <p:attrNameLst>
                                          <p:attrName>style.visibility</p:attrName>
                                        </p:attrNameLst>
                                      </p:cBhvr>
                                      <p:to>
                                        <p:strVal val="visible"/>
                                      </p:to>
                                    </p:set>
                                    <p:animEffect transition="in" filter="barn(inHorizontal)">
                                      <p:cBhvr>
                                        <p:cTn id="21" dur="500"/>
                                        <p:tgtEl>
                                          <p:spTgt spid="573475"/>
                                        </p:tgtEl>
                                      </p:cBhvr>
                                    </p:animEffect>
                                  </p:childTnLst>
                                </p:cTn>
                              </p:par>
                            </p:childTnLst>
                          </p:cTn>
                        </p:par>
                        <p:par>
                          <p:cTn id="22" fill="hold">
                            <p:stCondLst>
                              <p:cond delay="2000"/>
                            </p:stCondLst>
                            <p:childTnLst>
                              <p:par>
                                <p:cTn id="23" presetID="16" presetClass="entr" presetSubtype="42" fill="hold" nodeType="afterEffect">
                                  <p:stCondLst>
                                    <p:cond delay="0"/>
                                  </p:stCondLst>
                                  <p:childTnLst>
                                    <p:set>
                                      <p:cBhvr>
                                        <p:cTn id="24" dur="1" fill="hold">
                                          <p:stCondLst>
                                            <p:cond delay="0"/>
                                          </p:stCondLst>
                                        </p:cTn>
                                        <p:tgtEl>
                                          <p:spTgt spid="573476"/>
                                        </p:tgtEl>
                                        <p:attrNameLst>
                                          <p:attrName>style.visibility</p:attrName>
                                        </p:attrNameLst>
                                      </p:cBhvr>
                                      <p:to>
                                        <p:strVal val="visible"/>
                                      </p:to>
                                    </p:set>
                                    <p:animEffect transition="in" filter="barn(outHorizontal)">
                                      <p:cBhvr>
                                        <p:cTn id="25" dur="500"/>
                                        <p:tgtEl>
                                          <p:spTgt spid="573476"/>
                                        </p:tgtEl>
                                      </p:cBhvr>
                                    </p:animEffect>
                                  </p:childTnLst>
                                </p:cTn>
                              </p:par>
                            </p:childTnLst>
                          </p:cTn>
                        </p:par>
                        <p:par>
                          <p:cTn id="26" fill="hold">
                            <p:stCondLst>
                              <p:cond delay="2500"/>
                            </p:stCondLst>
                            <p:childTnLst>
                              <p:par>
                                <p:cTn id="27" presetID="16" presetClass="entr" presetSubtype="26" fill="hold" nodeType="afterEffect">
                                  <p:stCondLst>
                                    <p:cond delay="0"/>
                                  </p:stCondLst>
                                  <p:childTnLst>
                                    <p:set>
                                      <p:cBhvr>
                                        <p:cTn id="28" dur="1" fill="hold">
                                          <p:stCondLst>
                                            <p:cond delay="0"/>
                                          </p:stCondLst>
                                        </p:cTn>
                                        <p:tgtEl>
                                          <p:spTgt spid="573491"/>
                                        </p:tgtEl>
                                        <p:attrNameLst>
                                          <p:attrName>style.visibility</p:attrName>
                                        </p:attrNameLst>
                                      </p:cBhvr>
                                      <p:to>
                                        <p:strVal val="visible"/>
                                      </p:to>
                                    </p:set>
                                    <p:animEffect transition="in" filter="barn(inHorizontal)">
                                      <p:cBhvr>
                                        <p:cTn id="29" dur="500"/>
                                        <p:tgtEl>
                                          <p:spTgt spid="573491"/>
                                        </p:tgtEl>
                                      </p:cBhvr>
                                    </p:animEffect>
                                  </p:childTnLst>
                                </p:cTn>
                              </p:par>
                            </p:childTnLst>
                          </p:cTn>
                        </p:par>
                        <p:par>
                          <p:cTn id="30" fill="hold">
                            <p:stCondLst>
                              <p:cond delay="3000"/>
                            </p:stCondLst>
                            <p:childTnLst>
                              <p:par>
                                <p:cTn id="31" presetID="16" presetClass="entr" presetSubtype="26" fill="hold" nodeType="afterEffect">
                                  <p:stCondLst>
                                    <p:cond delay="0"/>
                                  </p:stCondLst>
                                  <p:childTnLst>
                                    <p:set>
                                      <p:cBhvr>
                                        <p:cTn id="32" dur="1" fill="hold">
                                          <p:stCondLst>
                                            <p:cond delay="0"/>
                                          </p:stCondLst>
                                        </p:cTn>
                                        <p:tgtEl>
                                          <p:spTgt spid="573507"/>
                                        </p:tgtEl>
                                        <p:attrNameLst>
                                          <p:attrName>style.visibility</p:attrName>
                                        </p:attrNameLst>
                                      </p:cBhvr>
                                      <p:to>
                                        <p:strVal val="visible"/>
                                      </p:to>
                                    </p:set>
                                    <p:animEffect transition="in" filter="barn(inHorizontal)">
                                      <p:cBhvr>
                                        <p:cTn id="33" dur="500"/>
                                        <p:tgtEl>
                                          <p:spTgt spid="573507"/>
                                        </p:tgtEl>
                                      </p:cBhvr>
                                    </p:animEffect>
                                  </p:childTnLst>
                                </p:cTn>
                              </p:par>
                            </p:childTnLst>
                          </p:cTn>
                        </p:par>
                        <p:par>
                          <p:cTn id="34" fill="hold">
                            <p:stCondLst>
                              <p:cond delay="3500"/>
                            </p:stCondLst>
                            <p:childTnLst>
                              <p:par>
                                <p:cTn id="35" presetID="16" presetClass="entr" presetSubtype="42" fill="hold" nodeType="afterEffect">
                                  <p:stCondLst>
                                    <p:cond delay="0"/>
                                  </p:stCondLst>
                                  <p:childTnLst>
                                    <p:set>
                                      <p:cBhvr>
                                        <p:cTn id="36" dur="1" fill="hold">
                                          <p:stCondLst>
                                            <p:cond delay="0"/>
                                          </p:stCondLst>
                                        </p:cTn>
                                        <p:tgtEl>
                                          <p:spTgt spid="573517"/>
                                        </p:tgtEl>
                                        <p:attrNameLst>
                                          <p:attrName>style.visibility</p:attrName>
                                        </p:attrNameLst>
                                      </p:cBhvr>
                                      <p:to>
                                        <p:strVal val="visible"/>
                                      </p:to>
                                    </p:set>
                                    <p:animEffect transition="in" filter="barn(outHorizontal)">
                                      <p:cBhvr>
                                        <p:cTn id="37" dur="500"/>
                                        <p:tgtEl>
                                          <p:spTgt spid="573517"/>
                                        </p:tgtEl>
                                      </p:cBhvr>
                                    </p:animEffect>
                                  </p:childTnLst>
                                </p:cTn>
                              </p:par>
                            </p:childTnLst>
                          </p:cTn>
                        </p:par>
                        <p:par>
                          <p:cTn id="38" fill="hold">
                            <p:stCondLst>
                              <p:cond delay="4000"/>
                            </p:stCondLst>
                            <p:childTnLst>
                              <p:par>
                                <p:cTn id="39" presetID="3" presetClass="entr" presetSubtype="10" fill="hold" nodeType="afterEffect">
                                  <p:stCondLst>
                                    <p:cond delay="0"/>
                                  </p:stCondLst>
                                  <p:childTnLst>
                                    <p:set>
                                      <p:cBhvr>
                                        <p:cTn id="40" dur="1" fill="hold">
                                          <p:stCondLst>
                                            <p:cond delay="0"/>
                                          </p:stCondLst>
                                        </p:cTn>
                                        <p:tgtEl>
                                          <p:spTgt spid="573537"/>
                                        </p:tgtEl>
                                        <p:attrNameLst>
                                          <p:attrName>style.visibility</p:attrName>
                                        </p:attrNameLst>
                                      </p:cBhvr>
                                      <p:to>
                                        <p:strVal val="visible"/>
                                      </p:to>
                                    </p:set>
                                    <p:animEffect transition="in" filter="blinds(horizontal)">
                                      <p:cBhvr>
                                        <p:cTn id="41" dur="500"/>
                                        <p:tgtEl>
                                          <p:spTgt spid="573537"/>
                                        </p:tgtEl>
                                      </p:cBhvr>
                                    </p:animEffect>
                                  </p:childTnLst>
                                </p:cTn>
                              </p:par>
                            </p:childTnLst>
                          </p:cTn>
                        </p:par>
                      </p:childTnLst>
                    </p:cTn>
                  </p:par>
                  <p:par>
                    <p:cTn id="42" fill="hold">
                      <p:stCondLst>
                        <p:cond delay="indefinite"/>
                      </p:stCondLst>
                      <p:childTnLst>
                        <p:par>
                          <p:cTn id="43" fill="hold">
                            <p:stCondLst>
                              <p:cond delay="0"/>
                            </p:stCondLst>
                            <p:childTnLst>
                              <p:par>
                                <p:cTn id="44" presetID="23" presetClass="entr" presetSubtype="16" fill="hold" nodeType="clickEffect">
                                  <p:stCondLst>
                                    <p:cond delay="0"/>
                                  </p:stCondLst>
                                  <p:childTnLst>
                                    <p:set>
                                      <p:cBhvr>
                                        <p:cTn id="45" dur="1" fill="hold">
                                          <p:stCondLst>
                                            <p:cond delay="0"/>
                                          </p:stCondLst>
                                        </p:cTn>
                                        <p:tgtEl>
                                          <p:spTgt spid="573622"/>
                                        </p:tgtEl>
                                        <p:attrNameLst>
                                          <p:attrName>style.visibility</p:attrName>
                                        </p:attrNameLst>
                                      </p:cBhvr>
                                      <p:to>
                                        <p:strVal val="visible"/>
                                      </p:to>
                                    </p:set>
                                    <p:anim calcmode="lin" valueType="num">
                                      <p:cBhvr>
                                        <p:cTn id="46" dur="500" fill="hold"/>
                                        <p:tgtEl>
                                          <p:spTgt spid="573622"/>
                                        </p:tgtEl>
                                        <p:attrNameLst>
                                          <p:attrName>ppt_w</p:attrName>
                                        </p:attrNameLst>
                                      </p:cBhvr>
                                      <p:tavLst>
                                        <p:tav tm="0">
                                          <p:val>
                                            <p:fltVal val="0.000000"/>
                                          </p:val>
                                        </p:tav>
                                        <p:tav tm="100000">
                                          <p:val>
                                            <p:strVal val="#ppt_w"/>
                                          </p:val>
                                        </p:tav>
                                      </p:tavLst>
                                    </p:anim>
                                    <p:anim calcmode="lin" valueType="num">
                                      <p:cBhvr>
                                        <p:cTn id="47" dur="500" fill="hold"/>
                                        <p:tgtEl>
                                          <p:spTgt spid="573622"/>
                                        </p:tgtEl>
                                        <p:attrNameLst>
                                          <p:attrName>ppt_h</p:attrName>
                                        </p:attrNameLst>
                                      </p:cBhvr>
                                      <p:tavLst>
                                        <p:tav tm="0">
                                          <p:val>
                                            <p:fltVal val="0.000000"/>
                                          </p:val>
                                        </p:tav>
                                        <p:tav tm="100000">
                                          <p:val>
                                            <p:strVal val="#ppt_h"/>
                                          </p:val>
                                        </p:tav>
                                      </p:tavLst>
                                    </p:anim>
                                  </p:childTnLst>
                                </p:cTn>
                              </p:par>
                            </p:childTnLst>
                          </p:cTn>
                        </p:par>
                        <p:par>
                          <p:cTn id="48" fill="hold">
                            <p:stCondLst>
                              <p:cond delay="500"/>
                            </p:stCondLst>
                            <p:childTnLst>
                              <p:par>
                                <p:cTn id="49" presetID="14" presetClass="entr" presetSubtype="5" fill="hold" nodeType="afterEffect">
                                  <p:stCondLst>
                                    <p:cond delay="0"/>
                                  </p:stCondLst>
                                  <p:childTnLst>
                                    <p:set>
                                      <p:cBhvr>
                                        <p:cTn id="50" dur="1" fill="hold">
                                          <p:stCondLst>
                                            <p:cond delay="0"/>
                                          </p:stCondLst>
                                        </p:cTn>
                                        <p:tgtEl>
                                          <p:spTgt spid="573551"/>
                                        </p:tgtEl>
                                        <p:attrNameLst>
                                          <p:attrName>style.visibility</p:attrName>
                                        </p:attrNameLst>
                                      </p:cBhvr>
                                      <p:to>
                                        <p:strVal val="visible"/>
                                      </p:to>
                                    </p:set>
                                    <p:animEffect transition="in" filter="randombar(vertical)">
                                      <p:cBhvr>
                                        <p:cTn id="51" dur="500"/>
                                        <p:tgtEl>
                                          <p:spTgt spid="573551"/>
                                        </p:tgtEl>
                                      </p:cBhvr>
                                    </p:animEffect>
                                  </p:childTnLst>
                                </p:cTn>
                              </p:par>
                            </p:childTnLst>
                          </p:cTn>
                        </p:par>
                        <p:par>
                          <p:cTn id="52" fill="hold">
                            <p:stCondLst>
                              <p:cond delay="1000"/>
                            </p:stCondLst>
                            <p:childTnLst>
                              <p:par>
                                <p:cTn id="53" presetID="14" presetClass="entr" presetSubtype="5" fill="hold" nodeType="afterEffect">
                                  <p:stCondLst>
                                    <p:cond delay="0"/>
                                  </p:stCondLst>
                                  <p:childTnLst>
                                    <p:set>
                                      <p:cBhvr>
                                        <p:cTn id="54" dur="1" fill="hold">
                                          <p:stCondLst>
                                            <p:cond delay="0"/>
                                          </p:stCondLst>
                                        </p:cTn>
                                        <p:tgtEl>
                                          <p:spTgt spid="573564"/>
                                        </p:tgtEl>
                                        <p:attrNameLst>
                                          <p:attrName>style.visibility</p:attrName>
                                        </p:attrNameLst>
                                      </p:cBhvr>
                                      <p:to>
                                        <p:strVal val="visible"/>
                                      </p:to>
                                    </p:set>
                                    <p:animEffect transition="in" filter="randombar(vertical)">
                                      <p:cBhvr>
                                        <p:cTn id="55" dur="500"/>
                                        <p:tgtEl>
                                          <p:spTgt spid="573564"/>
                                        </p:tgtEl>
                                      </p:cBhvr>
                                    </p:animEffect>
                                  </p:childTnLst>
                                </p:cTn>
                              </p:par>
                            </p:childTnLst>
                          </p:cTn>
                        </p:par>
                        <p:par>
                          <p:cTn id="56" fill="hold">
                            <p:stCondLst>
                              <p:cond delay="1500"/>
                            </p:stCondLst>
                            <p:childTnLst>
                              <p:par>
                                <p:cTn id="57" presetID="16" presetClass="entr" presetSubtype="42" fill="hold" nodeType="afterEffect">
                                  <p:stCondLst>
                                    <p:cond delay="0"/>
                                  </p:stCondLst>
                                  <p:childTnLst>
                                    <p:set>
                                      <p:cBhvr>
                                        <p:cTn id="58" dur="1" fill="hold">
                                          <p:stCondLst>
                                            <p:cond delay="0"/>
                                          </p:stCondLst>
                                        </p:cTn>
                                        <p:tgtEl>
                                          <p:spTgt spid="573543"/>
                                        </p:tgtEl>
                                        <p:attrNameLst>
                                          <p:attrName>style.visibility</p:attrName>
                                        </p:attrNameLst>
                                      </p:cBhvr>
                                      <p:to>
                                        <p:strVal val="visible"/>
                                      </p:to>
                                    </p:set>
                                    <p:animEffect transition="in" filter="barn(outHorizontal)">
                                      <p:cBhvr>
                                        <p:cTn id="59" dur="500"/>
                                        <p:tgtEl>
                                          <p:spTgt spid="573543"/>
                                        </p:tgtEl>
                                      </p:cBhvr>
                                    </p:animEffect>
                                  </p:childTnLst>
                                </p:cTn>
                              </p:par>
                            </p:childTnLst>
                          </p:cTn>
                        </p:par>
                        <p:par>
                          <p:cTn id="60" fill="hold">
                            <p:stCondLst>
                              <p:cond delay="2000"/>
                            </p:stCondLst>
                            <p:childTnLst>
                              <p:par>
                                <p:cTn id="61" presetID="16" presetClass="entr" presetSubtype="26" fill="hold" nodeType="afterEffect">
                                  <p:stCondLst>
                                    <p:cond delay="0"/>
                                  </p:stCondLst>
                                  <p:childTnLst>
                                    <p:set>
                                      <p:cBhvr>
                                        <p:cTn id="62" dur="1" fill="hold">
                                          <p:stCondLst>
                                            <p:cond delay="0"/>
                                          </p:stCondLst>
                                        </p:cTn>
                                        <p:tgtEl>
                                          <p:spTgt spid="573548"/>
                                        </p:tgtEl>
                                        <p:attrNameLst>
                                          <p:attrName>style.visibility</p:attrName>
                                        </p:attrNameLst>
                                      </p:cBhvr>
                                      <p:to>
                                        <p:strVal val="visible"/>
                                      </p:to>
                                    </p:set>
                                    <p:animEffect transition="in" filter="barn(inHorizontal)">
                                      <p:cBhvr>
                                        <p:cTn id="63" dur="500"/>
                                        <p:tgtEl>
                                          <p:spTgt spid="573548"/>
                                        </p:tgtEl>
                                      </p:cBhvr>
                                    </p:animEffect>
                                  </p:childTnLst>
                                </p:cTn>
                              </p:par>
                            </p:childTnLst>
                          </p:cTn>
                        </p:par>
                        <p:par>
                          <p:cTn id="64" fill="hold">
                            <p:stCondLst>
                              <p:cond delay="2500"/>
                            </p:stCondLst>
                            <p:childTnLst>
                              <p:par>
                                <p:cTn id="65" presetID="1" presetClass="entr" presetSubtype="0" fill="hold" nodeType="afterEffect">
                                  <p:stCondLst>
                                    <p:cond delay="0"/>
                                  </p:stCondLst>
                                  <p:childTnLst>
                                    <p:set>
                                      <p:cBhvr>
                                        <p:cTn id="66" dur="1" fill="hold">
                                          <p:stCondLst>
                                            <p:cond delay="499"/>
                                          </p:stCondLst>
                                        </p:cTn>
                                        <p:tgtEl>
                                          <p:spTgt spid="573550"/>
                                        </p:tgtEl>
                                        <p:attrNameLst>
                                          <p:attrName>style.visibility</p:attrName>
                                        </p:attrNameLst>
                                      </p:cBhvr>
                                      <p:to>
                                        <p:strVal val="visible"/>
                                      </p:to>
                                    </p:set>
                                  </p:childTnLst>
                                </p:cTn>
                              </p:par>
                            </p:childTnLst>
                          </p:cTn>
                        </p:par>
                        <p:par>
                          <p:cTn id="67" fill="hold">
                            <p:stCondLst>
                              <p:cond delay="3000"/>
                            </p:stCondLst>
                            <p:childTnLst>
                              <p:par>
                                <p:cTn id="68" presetID="16" presetClass="entr" presetSubtype="42" fill="hold" nodeType="afterEffect">
                                  <p:stCondLst>
                                    <p:cond delay="0"/>
                                  </p:stCondLst>
                                  <p:childTnLst>
                                    <p:set>
                                      <p:cBhvr>
                                        <p:cTn id="69" dur="1" fill="hold">
                                          <p:stCondLst>
                                            <p:cond delay="0"/>
                                          </p:stCondLst>
                                        </p:cTn>
                                        <p:tgtEl>
                                          <p:spTgt spid="573615"/>
                                        </p:tgtEl>
                                        <p:attrNameLst>
                                          <p:attrName>style.visibility</p:attrName>
                                        </p:attrNameLst>
                                      </p:cBhvr>
                                      <p:to>
                                        <p:strVal val="visible"/>
                                      </p:to>
                                    </p:set>
                                    <p:animEffect transition="in" filter="barn(outHorizontal)">
                                      <p:cBhvr>
                                        <p:cTn id="70" dur="500"/>
                                        <p:tgtEl>
                                          <p:spTgt spid="573615"/>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nodeType="clickEffect">
                                  <p:stCondLst>
                                    <p:cond delay="0"/>
                                  </p:stCondLst>
                                  <p:childTnLst>
                                    <p:set>
                                      <p:cBhvr>
                                        <p:cTn id="74" dur="1" fill="hold">
                                          <p:stCondLst>
                                            <p:cond delay="0"/>
                                          </p:stCondLst>
                                        </p:cTn>
                                        <p:tgtEl>
                                          <p:spTgt spid="573569"/>
                                        </p:tgtEl>
                                        <p:attrNameLst>
                                          <p:attrName>style.visibility</p:attrName>
                                        </p:attrNameLst>
                                      </p:cBhvr>
                                      <p:to>
                                        <p:strVal val="visible"/>
                                      </p:to>
                                    </p:set>
                                    <p:animEffect transition="in" filter="wipe(up)">
                                      <p:cBhvr>
                                        <p:cTn id="75" dur="500"/>
                                        <p:tgtEl>
                                          <p:spTgt spid="573569"/>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1" fill="hold" nodeType="clickEffect">
                                  <p:stCondLst>
                                    <p:cond delay="0"/>
                                  </p:stCondLst>
                                  <p:childTnLst>
                                    <p:set>
                                      <p:cBhvr>
                                        <p:cTn id="79" dur="1" fill="hold">
                                          <p:stCondLst>
                                            <p:cond delay="0"/>
                                          </p:stCondLst>
                                        </p:cTn>
                                        <p:tgtEl>
                                          <p:spTgt spid="573580"/>
                                        </p:tgtEl>
                                        <p:attrNameLst>
                                          <p:attrName>style.visibility</p:attrName>
                                        </p:attrNameLst>
                                      </p:cBhvr>
                                      <p:to>
                                        <p:strVal val="visible"/>
                                      </p:to>
                                    </p:set>
                                    <p:animEffect transition="in" filter="wipe(up)">
                                      <p:cBhvr>
                                        <p:cTn id="80" dur="500"/>
                                        <p:tgtEl>
                                          <p:spTgt spid="573580"/>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1" fill="hold" nodeType="clickEffect">
                                  <p:stCondLst>
                                    <p:cond delay="0"/>
                                  </p:stCondLst>
                                  <p:childTnLst>
                                    <p:set>
                                      <p:cBhvr>
                                        <p:cTn id="84" dur="1" fill="hold">
                                          <p:stCondLst>
                                            <p:cond delay="0"/>
                                          </p:stCondLst>
                                        </p:cTn>
                                        <p:tgtEl>
                                          <p:spTgt spid="573598"/>
                                        </p:tgtEl>
                                        <p:attrNameLst>
                                          <p:attrName>style.visibility</p:attrName>
                                        </p:attrNameLst>
                                      </p:cBhvr>
                                      <p:to>
                                        <p:strVal val="visible"/>
                                      </p:to>
                                    </p:set>
                                    <p:animEffect transition="in" filter="wipe(up)">
                                      <p:cBhvr>
                                        <p:cTn id="85" dur="500"/>
                                        <p:tgtEl>
                                          <p:spTgt spid="5735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7409" name="对象 55300"/>
          <p:cNvGraphicFramePr/>
          <p:nvPr/>
        </p:nvGraphicFramePr>
        <p:xfrm>
          <a:off x="815975" y="1465263"/>
          <a:ext cx="3759200" cy="3579812"/>
        </p:xfrm>
        <a:graphic>
          <a:graphicData uri="http://schemas.openxmlformats.org/presentationml/2006/ole">
            <mc:AlternateContent xmlns:mc="http://schemas.openxmlformats.org/markup-compatibility/2006">
              <mc:Choice xmlns:v="urn:schemas-microsoft-com:vml" Requires="v">
                <p:oleObj spid="_x0000_s3076" name="" r:id="rId1" imgW="3514725" imgH="2752725" progId="MSGraph.Chart.8">
                  <p:embed/>
                </p:oleObj>
              </mc:Choice>
              <mc:Fallback>
                <p:oleObj name="" r:id="rId1" imgW="3514725" imgH="2752725" progId="MSGraph.Chart.8">
                  <p:embed/>
                  <p:pic>
                    <p:nvPicPr>
                      <p:cNvPr id="0" name="图片 3075"/>
                      <p:cNvPicPr/>
                      <p:nvPr/>
                    </p:nvPicPr>
                    <p:blipFill>
                      <a:blip r:embed="rId2"/>
                      <a:stretch>
                        <a:fillRect/>
                      </a:stretch>
                    </p:blipFill>
                    <p:spPr>
                      <a:xfrm>
                        <a:off x="815975" y="1465263"/>
                        <a:ext cx="3759200" cy="3579812"/>
                      </a:xfrm>
                      <a:prstGeom prst="rect">
                        <a:avLst/>
                      </a:prstGeom>
                      <a:noFill/>
                      <a:ln w="38100">
                        <a:noFill/>
                        <a:miter/>
                      </a:ln>
                    </p:spPr>
                  </p:pic>
                </p:oleObj>
              </mc:Fallback>
            </mc:AlternateContent>
          </a:graphicData>
        </a:graphic>
      </p:graphicFrame>
      <p:sp>
        <p:nvSpPr>
          <p:cNvPr id="17410" name="流程图: 可选过程 55302"/>
          <p:cNvSpPr/>
          <p:nvPr/>
        </p:nvSpPr>
        <p:spPr>
          <a:xfrm>
            <a:off x="609600" y="1089025"/>
            <a:ext cx="4114800" cy="115888"/>
          </a:xfrm>
          <a:prstGeom prst="flowChartAlternateProcess">
            <a:avLst/>
          </a:prstGeom>
          <a:gradFill rotWithShape="0">
            <a:gsLst>
              <a:gs pos="0">
                <a:srgbClr val="005CBF">
                  <a:alpha val="100000"/>
                </a:srgbClr>
              </a:gs>
              <a:gs pos="25000">
                <a:srgbClr val="0087E6">
                  <a:alpha val="100000"/>
                </a:srgbClr>
              </a:gs>
              <a:gs pos="75000">
                <a:srgbClr val="21D6E0">
                  <a:alpha val="100000"/>
                </a:srgbClr>
              </a:gs>
              <a:gs pos="100000">
                <a:srgbClr val="03D4A8">
                  <a:alpha val="100000"/>
                </a:srgbClr>
              </a:gs>
            </a:gsLst>
            <a:lin ang="0" scaled="1"/>
            <a:tileRect/>
          </a:gradFill>
          <a:ln w="9525">
            <a:noFill/>
          </a:ln>
        </p:spPr>
        <p:txBody>
          <a:bodyPr anchor="t"/>
          <a:p>
            <a:endParaRPr lang="zh-CN" altLang="en-US">
              <a:latin typeface="Arial" panose="020B0604020202020204" pitchFamily="34" charset="0"/>
              <a:ea typeface="宋体" panose="02010600030101010101" pitchFamily="2" charset="-122"/>
            </a:endParaRPr>
          </a:p>
        </p:txBody>
      </p:sp>
      <p:graphicFrame>
        <p:nvGraphicFramePr>
          <p:cNvPr id="17411" name="对象 55304"/>
          <p:cNvGraphicFramePr/>
          <p:nvPr/>
        </p:nvGraphicFramePr>
        <p:xfrm>
          <a:off x="4648200" y="1389063"/>
          <a:ext cx="3733800" cy="3665537"/>
        </p:xfrm>
        <a:graphic>
          <a:graphicData uri="http://schemas.openxmlformats.org/presentationml/2006/ole">
            <mc:AlternateContent xmlns:mc="http://schemas.openxmlformats.org/markup-compatibility/2006">
              <mc:Choice xmlns:v="urn:schemas-microsoft-com:vml" Requires="v">
                <p:oleObj spid="_x0000_s3077" name="" r:id="rId3" imgW="3505200" imgH="2457450" progId="MSGraph.Chart.8">
                  <p:embed/>
                </p:oleObj>
              </mc:Choice>
              <mc:Fallback>
                <p:oleObj name="" r:id="rId3" imgW="3505200" imgH="2457450" progId="MSGraph.Chart.8">
                  <p:embed/>
                  <p:pic>
                    <p:nvPicPr>
                      <p:cNvPr id="0" name="图片 3076"/>
                      <p:cNvPicPr/>
                      <p:nvPr/>
                    </p:nvPicPr>
                    <p:blipFill>
                      <a:blip r:embed="rId4"/>
                      <a:stretch>
                        <a:fillRect/>
                      </a:stretch>
                    </p:blipFill>
                    <p:spPr>
                      <a:xfrm>
                        <a:off x="4648200" y="1389063"/>
                        <a:ext cx="3733800" cy="3665537"/>
                      </a:xfrm>
                      <a:prstGeom prst="rect">
                        <a:avLst/>
                      </a:prstGeom>
                      <a:noFill/>
                      <a:ln w="38100">
                        <a:noFill/>
                        <a:miter/>
                      </a:ln>
                    </p:spPr>
                  </p:pic>
                </p:oleObj>
              </mc:Fallback>
            </mc:AlternateContent>
          </a:graphicData>
        </a:graphic>
      </p:graphicFrame>
      <p:sp>
        <p:nvSpPr>
          <p:cNvPr id="17412" name="标题 52275"/>
          <p:cNvSpPr>
            <a:spLocks noGrp="1"/>
          </p:cNvSpPr>
          <p:nvPr/>
        </p:nvSpPr>
        <p:spPr>
          <a:xfrm>
            <a:off x="254000" y="96838"/>
            <a:ext cx="6718300" cy="755650"/>
          </a:xfrm>
          <a:prstGeom prst="rect">
            <a:avLst/>
          </a:prstGeom>
          <a:noFill/>
          <a:ln w="9525">
            <a:noFill/>
          </a:ln>
        </p:spPr>
        <p:txBody>
          <a:bodyPr anchor="b"/>
          <a:p>
            <a:pPr eaLnBrk="0" hangingPunct="0">
              <a:buClr>
                <a:schemeClr val="bg1"/>
              </a:buClr>
            </a:pPr>
            <a:r>
              <a:rPr lang="zh-CN" altLang="en-US" sz="3200" b="1" dirty="0">
                <a:latin typeface="Times New Roman" panose="02020603050405020304" pitchFamily="18" charset="0"/>
                <a:ea typeface="宋体" panose="02010600030101010101" pitchFamily="2" charset="-122"/>
              </a:rPr>
              <a:t>一、 实 验 原 理</a:t>
            </a:r>
            <a:r>
              <a:rPr lang="zh-CN" altLang="en-US" sz="3200" b="1" dirty="0">
                <a:latin typeface="Times New Roman" panose="02020603050405020304" pitchFamily="18" charset="0"/>
                <a:ea typeface="宋体" panose="02010600030101010101" pitchFamily="2" charset="-122"/>
                <a:sym typeface="宋体" panose="02010600030101010101" pitchFamily="2" charset="-122"/>
              </a:rPr>
              <a:t>（驻波法）</a:t>
            </a:r>
            <a:endParaRPr lang="zh-CN" altLang="en-US" sz="3200" b="1" dirty="0">
              <a:latin typeface="Times New Roman" panose="02020603050405020304" pitchFamily="18" charset="0"/>
              <a:ea typeface="宋体" panose="02010600030101010101" pitchFamily="2" charset="-122"/>
            </a:endParaRPr>
          </a:p>
        </p:txBody>
      </p:sp>
    </p:spTree>
    <p:custDataLst>
      <p:tags r:id="rId5"/>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流程图: 可选过程 54274"/>
          <p:cNvSpPr/>
          <p:nvPr/>
        </p:nvSpPr>
        <p:spPr>
          <a:xfrm>
            <a:off x="609600" y="1089025"/>
            <a:ext cx="4114800" cy="115888"/>
          </a:xfrm>
          <a:prstGeom prst="flowChartAlternateProcess">
            <a:avLst/>
          </a:prstGeom>
          <a:gradFill rotWithShape="0">
            <a:gsLst>
              <a:gs pos="0">
                <a:srgbClr val="005CBF">
                  <a:alpha val="100000"/>
                </a:srgbClr>
              </a:gs>
              <a:gs pos="25000">
                <a:srgbClr val="0087E6">
                  <a:alpha val="100000"/>
                </a:srgbClr>
              </a:gs>
              <a:gs pos="75000">
                <a:srgbClr val="21D6E0">
                  <a:alpha val="100000"/>
                </a:srgbClr>
              </a:gs>
              <a:gs pos="100000">
                <a:srgbClr val="03D4A8">
                  <a:alpha val="100000"/>
                </a:srgbClr>
              </a:gs>
            </a:gsLst>
            <a:lin ang="0" scaled="1"/>
            <a:tileRect/>
          </a:gradFill>
          <a:ln w="9525">
            <a:noFill/>
          </a:ln>
        </p:spPr>
        <p:txBody>
          <a:bodyPr anchor="t"/>
          <a:p>
            <a:endParaRPr lang="zh-CN" altLang="en-US">
              <a:latin typeface="Arial" panose="020B0604020202020204" pitchFamily="34" charset="0"/>
              <a:ea typeface="宋体" panose="02010600030101010101" pitchFamily="2" charset="-122"/>
            </a:endParaRPr>
          </a:p>
        </p:txBody>
      </p:sp>
      <p:sp>
        <p:nvSpPr>
          <p:cNvPr id="18434" name="任意多边形 54284"/>
          <p:cNvSpPr/>
          <p:nvPr/>
        </p:nvSpPr>
        <p:spPr>
          <a:xfrm rot="5400000">
            <a:off x="246063" y="1963738"/>
            <a:ext cx="1143000" cy="568325"/>
          </a:xfrm>
          <a:custGeom>
            <a:avLst/>
            <a:gdLst/>
            <a:ahLst/>
            <a:cxnLst/>
            <a:pathLst>
              <a:path w="720" h="358">
                <a:moveTo>
                  <a:pt x="240" y="166"/>
                </a:moveTo>
                <a:lnTo>
                  <a:pt x="240" y="358"/>
                </a:lnTo>
                <a:lnTo>
                  <a:pt x="432" y="358"/>
                </a:lnTo>
                <a:lnTo>
                  <a:pt x="432" y="166"/>
                </a:lnTo>
                <a:lnTo>
                  <a:pt x="720" y="0"/>
                </a:lnTo>
                <a:lnTo>
                  <a:pt x="0" y="0"/>
                </a:lnTo>
                <a:lnTo>
                  <a:pt x="240" y="166"/>
                </a:lnTo>
                <a:close/>
              </a:path>
            </a:pathLst>
          </a:custGeom>
          <a:solidFill>
            <a:srgbClr val="FFCC99"/>
          </a:solidFill>
          <a:ln w="9525" cap="flat" cmpd="sng">
            <a:solidFill>
              <a:schemeClr val="tx1"/>
            </a:solidFill>
            <a:prstDash val="solid"/>
            <a:round/>
            <a:headEnd type="none" w="med" len="med"/>
            <a:tailEnd type="none" w="med" len="med"/>
          </a:ln>
        </p:spPr>
        <p:txBody>
          <a:bodyPr/>
          <a:p>
            <a:endParaRPr lang="zh-CN" altLang="en-US"/>
          </a:p>
        </p:txBody>
      </p:sp>
      <p:sp>
        <p:nvSpPr>
          <p:cNvPr id="18435" name="任意多边形 54285"/>
          <p:cNvSpPr/>
          <p:nvPr/>
        </p:nvSpPr>
        <p:spPr>
          <a:xfrm rot="-5400000" flipH="1">
            <a:off x="3640138" y="1963738"/>
            <a:ext cx="1143000" cy="568325"/>
          </a:xfrm>
          <a:custGeom>
            <a:avLst/>
            <a:gdLst/>
            <a:ahLst/>
            <a:cxnLst/>
            <a:pathLst>
              <a:path w="720" h="358">
                <a:moveTo>
                  <a:pt x="240" y="166"/>
                </a:moveTo>
                <a:lnTo>
                  <a:pt x="240" y="358"/>
                </a:lnTo>
                <a:lnTo>
                  <a:pt x="432" y="358"/>
                </a:lnTo>
                <a:lnTo>
                  <a:pt x="432" y="166"/>
                </a:lnTo>
                <a:lnTo>
                  <a:pt x="720" y="0"/>
                </a:lnTo>
                <a:lnTo>
                  <a:pt x="0" y="0"/>
                </a:lnTo>
                <a:lnTo>
                  <a:pt x="240" y="166"/>
                </a:lnTo>
                <a:close/>
              </a:path>
            </a:pathLst>
          </a:custGeom>
          <a:solidFill>
            <a:srgbClr val="FFCC99"/>
          </a:solidFill>
          <a:ln w="9525" cap="flat" cmpd="sng">
            <a:solidFill>
              <a:schemeClr val="tx1"/>
            </a:solidFill>
            <a:prstDash val="solid"/>
            <a:round/>
            <a:headEnd type="none" w="med" len="med"/>
            <a:tailEnd type="none" w="med" len="med"/>
          </a:ln>
        </p:spPr>
        <p:txBody>
          <a:bodyPr/>
          <a:p>
            <a:endParaRPr lang="zh-CN" altLang="en-US"/>
          </a:p>
        </p:txBody>
      </p:sp>
      <p:sp>
        <p:nvSpPr>
          <p:cNvPr id="18436" name="直接连接符 54286"/>
          <p:cNvSpPr/>
          <p:nvPr/>
        </p:nvSpPr>
        <p:spPr>
          <a:xfrm flipV="1">
            <a:off x="1143000" y="1912938"/>
            <a:ext cx="381000" cy="220662"/>
          </a:xfrm>
          <a:prstGeom prst="line">
            <a:avLst/>
          </a:prstGeom>
          <a:ln w="9525" cap="flat" cmpd="sng">
            <a:solidFill>
              <a:schemeClr val="tx1"/>
            </a:solidFill>
            <a:prstDash val="solid"/>
            <a:round/>
            <a:headEnd type="none" w="med" len="med"/>
            <a:tailEnd type="none" w="med" len="med"/>
          </a:ln>
        </p:spPr>
      </p:sp>
      <p:sp>
        <p:nvSpPr>
          <p:cNvPr id="18437" name="直接连接符 54287"/>
          <p:cNvSpPr/>
          <p:nvPr/>
        </p:nvSpPr>
        <p:spPr>
          <a:xfrm>
            <a:off x="1143000" y="2286000"/>
            <a:ext cx="457200" cy="0"/>
          </a:xfrm>
          <a:prstGeom prst="line">
            <a:avLst/>
          </a:prstGeom>
          <a:ln w="9525" cap="flat" cmpd="sng">
            <a:solidFill>
              <a:schemeClr val="tx1"/>
            </a:solidFill>
            <a:prstDash val="solid"/>
            <a:round/>
            <a:headEnd type="none" w="med" len="med"/>
            <a:tailEnd type="none" w="med" len="med"/>
          </a:ln>
        </p:spPr>
      </p:sp>
      <p:sp>
        <p:nvSpPr>
          <p:cNvPr id="18438" name="直接连接符 54288"/>
          <p:cNvSpPr/>
          <p:nvPr/>
        </p:nvSpPr>
        <p:spPr>
          <a:xfrm>
            <a:off x="1143000" y="2438400"/>
            <a:ext cx="381000" cy="220663"/>
          </a:xfrm>
          <a:prstGeom prst="line">
            <a:avLst/>
          </a:prstGeom>
          <a:ln w="9525" cap="flat" cmpd="sng">
            <a:solidFill>
              <a:schemeClr val="tx1"/>
            </a:solidFill>
            <a:prstDash val="solid"/>
            <a:round/>
            <a:headEnd type="none" w="med" len="med"/>
            <a:tailEnd type="none" w="med" len="med"/>
          </a:ln>
        </p:spPr>
      </p:sp>
      <p:sp>
        <p:nvSpPr>
          <p:cNvPr id="18439" name="直接连接符 54289"/>
          <p:cNvSpPr/>
          <p:nvPr/>
        </p:nvSpPr>
        <p:spPr>
          <a:xfrm>
            <a:off x="3505200" y="1828800"/>
            <a:ext cx="304800" cy="304800"/>
          </a:xfrm>
          <a:prstGeom prst="line">
            <a:avLst/>
          </a:prstGeom>
          <a:ln w="9525" cap="flat" cmpd="sng">
            <a:solidFill>
              <a:schemeClr val="tx1"/>
            </a:solidFill>
            <a:prstDash val="solid"/>
            <a:round/>
            <a:headEnd type="none" w="med" len="med"/>
            <a:tailEnd type="none" w="med" len="med"/>
          </a:ln>
        </p:spPr>
      </p:sp>
      <p:sp>
        <p:nvSpPr>
          <p:cNvPr id="18440" name="直接连接符 54290"/>
          <p:cNvSpPr/>
          <p:nvPr/>
        </p:nvSpPr>
        <p:spPr>
          <a:xfrm>
            <a:off x="3429000" y="2286000"/>
            <a:ext cx="381000" cy="0"/>
          </a:xfrm>
          <a:prstGeom prst="line">
            <a:avLst/>
          </a:prstGeom>
          <a:ln w="9525" cap="flat" cmpd="sng">
            <a:solidFill>
              <a:schemeClr val="tx1"/>
            </a:solidFill>
            <a:prstDash val="solid"/>
            <a:round/>
            <a:headEnd type="none" w="med" len="med"/>
            <a:tailEnd type="none" w="med" len="med"/>
          </a:ln>
        </p:spPr>
      </p:sp>
      <p:sp>
        <p:nvSpPr>
          <p:cNvPr id="18441" name="直接连接符 54291"/>
          <p:cNvSpPr/>
          <p:nvPr/>
        </p:nvSpPr>
        <p:spPr>
          <a:xfrm flipH="1">
            <a:off x="3429000" y="2438400"/>
            <a:ext cx="381000" cy="219075"/>
          </a:xfrm>
          <a:prstGeom prst="line">
            <a:avLst/>
          </a:prstGeom>
          <a:ln w="9525" cap="flat" cmpd="sng">
            <a:solidFill>
              <a:schemeClr val="tx1"/>
            </a:solidFill>
            <a:prstDash val="solid"/>
            <a:round/>
            <a:headEnd type="none" w="med" len="med"/>
            <a:tailEnd type="none" w="med" len="med"/>
          </a:ln>
        </p:spPr>
      </p:sp>
      <p:sp>
        <p:nvSpPr>
          <p:cNvPr id="18442" name="文本框 54292"/>
          <p:cNvSpPr txBox="1"/>
          <p:nvPr/>
        </p:nvSpPr>
        <p:spPr>
          <a:xfrm>
            <a:off x="457200" y="3048000"/>
            <a:ext cx="1143000" cy="457200"/>
          </a:xfrm>
          <a:prstGeom prst="rect">
            <a:avLst/>
          </a:prstGeom>
          <a:noFill/>
          <a:ln w="9525">
            <a:noFill/>
          </a:ln>
        </p:spPr>
        <p:txBody>
          <a:bodyPr anchor="t">
            <a:spAutoFit/>
          </a:bodyPr>
          <a:p>
            <a:pPr algn="ctr">
              <a:spcBef>
                <a:spcPct val="50000"/>
              </a:spcBef>
            </a:pPr>
            <a:r>
              <a:rPr lang="en-US" altLang="zh-CN">
                <a:latin typeface="楷体_GB2312" panose="02010609030101010101" pitchFamily="49" charset="-122"/>
                <a:ea typeface="楷体_GB2312" panose="02010609030101010101" pitchFamily="49" charset="-122"/>
              </a:rPr>
              <a:t>S</a:t>
            </a:r>
            <a:r>
              <a:rPr lang="en-US" altLang="zh-CN" baseline="-25000">
                <a:latin typeface="楷体_GB2312" panose="02010609030101010101" pitchFamily="49" charset="-122"/>
                <a:ea typeface="楷体_GB2312" panose="02010609030101010101" pitchFamily="49" charset="-122"/>
              </a:rPr>
              <a:t>1</a:t>
            </a:r>
            <a:r>
              <a:rPr lang="zh-CN" altLang="en-US" dirty="0">
                <a:latin typeface="楷体_GB2312" panose="02010609030101010101" pitchFamily="49" charset="-122"/>
                <a:ea typeface="楷体_GB2312" panose="02010609030101010101" pitchFamily="49" charset="-122"/>
              </a:rPr>
              <a:t>发射</a:t>
            </a:r>
            <a:endParaRPr lang="zh-CN" altLang="en-US" dirty="0">
              <a:latin typeface="楷体_GB2312" panose="02010609030101010101" pitchFamily="49" charset="-122"/>
              <a:ea typeface="楷体_GB2312" panose="02010609030101010101" pitchFamily="49" charset="-122"/>
            </a:endParaRPr>
          </a:p>
        </p:txBody>
      </p:sp>
      <p:sp>
        <p:nvSpPr>
          <p:cNvPr id="18443" name="文本框 54293"/>
          <p:cNvSpPr txBox="1"/>
          <p:nvPr/>
        </p:nvSpPr>
        <p:spPr>
          <a:xfrm>
            <a:off x="3505200" y="3124200"/>
            <a:ext cx="1143000" cy="457200"/>
          </a:xfrm>
          <a:prstGeom prst="rect">
            <a:avLst/>
          </a:prstGeom>
          <a:noFill/>
          <a:ln w="9525">
            <a:noFill/>
          </a:ln>
        </p:spPr>
        <p:txBody>
          <a:bodyPr anchor="t">
            <a:spAutoFit/>
          </a:bodyPr>
          <a:p>
            <a:pPr algn="ctr">
              <a:spcBef>
                <a:spcPct val="50000"/>
              </a:spcBef>
            </a:pPr>
            <a:r>
              <a:rPr lang="en-US" altLang="zh-CN">
                <a:latin typeface="楷体_GB2312" panose="02010609030101010101" pitchFamily="49" charset="-122"/>
                <a:ea typeface="楷体_GB2312" panose="02010609030101010101" pitchFamily="49" charset="-122"/>
              </a:rPr>
              <a:t>S</a:t>
            </a:r>
            <a:r>
              <a:rPr lang="en-US" altLang="zh-CN" baseline="-25000">
                <a:latin typeface="楷体_GB2312" panose="02010609030101010101" pitchFamily="49" charset="-122"/>
                <a:ea typeface="楷体_GB2312" panose="02010609030101010101" pitchFamily="49" charset="-122"/>
              </a:rPr>
              <a:t>2</a:t>
            </a:r>
            <a:r>
              <a:rPr lang="zh-CN" altLang="en-US" dirty="0">
                <a:latin typeface="楷体_GB2312" panose="02010609030101010101" pitchFamily="49" charset="-122"/>
                <a:ea typeface="楷体_GB2312" panose="02010609030101010101" pitchFamily="49" charset="-122"/>
              </a:rPr>
              <a:t>反射</a:t>
            </a:r>
            <a:endParaRPr lang="zh-CN" altLang="en-US" dirty="0">
              <a:latin typeface="楷体_GB2312" panose="02010609030101010101" pitchFamily="49" charset="-122"/>
              <a:ea typeface="楷体_GB2312" panose="02010609030101010101" pitchFamily="49" charset="-122"/>
            </a:endParaRPr>
          </a:p>
        </p:txBody>
      </p:sp>
      <p:sp>
        <p:nvSpPr>
          <p:cNvPr id="18444" name="文本框 54294"/>
          <p:cNvSpPr txBox="1"/>
          <p:nvPr/>
        </p:nvSpPr>
        <p:spPr>
          <a:xfrm>
            <a:off x="1524000" y="2286000"/>
            <a:ext cx="1905000" cy="365125"/>
          </a:xfrm>
          <a:prstGeom prst="rect">
            <a:avLst/>
          </a:prstGeom>
          <a:noFill/>
          <a:ln w="9525">
            <a:noFill/>
          </a:ln>
        </p:spPr>
        <p:txBody>
          <a:bodyPr lIns="0" tIns="0" rIns="0" bIns="0" anchor="t">
            <a:spAutoFit/>
          </a:bodyPr>
          <a:p>
            <a:pPr algn="ctr">
              <a:spcBef>
                <a:spcPct val="50000"/>
              </a:spcBef>
            </a:pPr>
            <a:r>
              <a:rPr lang="zh-CN" altLang="en-US" dirty="0">
                <a:latin typeface="Times New Roman" panose="02020603050405020304" pitchFamily="18" charset="0"/>
                <a:ea typeface="楷体_GB2312" panose="02010609030101010101" pitchFamily="49" charset="-122"/>
              </a:rPr>
              <a:t>干涉而成驻波</a:t>
            </a:r>
            <a:endParaRPr lang="zh-CN" altLang="en-US" dirty="0">
              <a:latin typeface="Times New Roman" panose="02020603050405020304" pitchFamily="18" charset="0"/>
              <a:ea typeface="楷体_GB2312" panose="02010609030101010101" pitchFamily="49" charset="-122"/>
            </a:endParaRPr>
          </a:p>
        </p:txBody>
      </p:sp>
      <p:sp>
        <p:nvSpPr>
          <p:cNvPr id="18445" name="直接连接符 54295"/>
          <p:cNvSpPr/>
          <p:nvPr/>
        </p:nvSpPr>
        <p:spPr>
          <a:xfrm>
            <a:off x="2819400" y="1752600"/>
            <a:ext cx="1066800" cy="0"/>
          </a:xfrm>
          <a:prstGeom prst="line">
            <a:avLst/>
          </a:prstGeom>
          <a:ln w="9525" cap="flat" cmpd="sng">
            <a:solidFill>
              <a:schemeClr val="tx1"/>
            </a:solidFill>
            <a:prstDash val="solid"/>
            <a:round/>
            <a:headEnd type="none" w="med" len="med"/>
            <a:tailEnd type="triangle" w="med" len="med"/>
          </a:ln>
        </p:spPr>
      </p:sp>
      <p:sp>
        <p:nvSpPr>
          <p:cNvPr id="18446" name="直接连接符 54296"/>
          <p:cNvSpPr/>
          <p:nvPr/>
        </p:nvSpPr>
        <p:spPr>
          <a:xfrm flipH="1">
            <a:off x="1143000" y="1752600"/>
            <a:ext cx="1143000" cy="0"/>
          </a:xfrm>
          <a:prstGeom prst="line">
            <a:avLst/>
          </a:prstGeom>
          <a:ln w="9525" cap="flat" cmpd="sng">
            <a:solidFill>
              <a:schemeClr val="tx1"/>
            </a:solidFill>
            <a:prstDash val="solid"/>
            <a:round/>
            <a:headEnd type="none" w="med" len="med"/>
            <a:tailEnd type="triangle" w="med" len="med"/>
          </a:ln>
        </p:spPr>
      </p:sp>
      <p:sp>
        <p:nvSpPr>
          <p:cNvPr id="18447" name="文本框 54297"/>
          <p:cNvSpPr txBox="1"/>
          <p:nvPr/>
        </p:nvSpPr>
        <p:spPr>
          <a:xfrm>
            <a:off x="2209800" y="1524000"/>
            <a:ext cx="609600" cy="457200"/>
          </a:xfrm>
          <a:prstGeom prst="rect">
            <a:avLst/>
          </a:prstGeom>
          <a:noFill/>
          <a:ln w="9525">
            <a:noFill/>
          </a:ln>
        </p:spPr>
        <p:txBody>
          <a:bodyPr anchor="t">
            <a:spAutoFit/>
          </a:bodyPr>
          <a:p>
            <a:pPr algn="ctr">
              <a:spcBef>
                <a:spcPct val="50000"/>
              </a:spcBef>
            </a:pPr>
            <a:r>
              <a:rPr lang="en-US" altLang="zh-CN">
                <a:latin typeface="Times New Roman" panose="02020603050405020304" pitchFamily="18" charset="0"/>
                <a:ea typeface="宋体" panose="02010600030101010101" pitchFamily="2" charset="-122"/>
              </a:rPr>
              <a:t>L</a:t>
            </a:r>
            <a:endParaRPr lang="en-US" altLang="zh-CN">
              <a:latin typeface="Times New Roman" panose="02020603050405020304" pitchFamily="18" charset="0"/>
              <a:ea typeface="宋体" panose="02010600030101010101" pitchFamily="2" charset="-122"/>
            </a:endParaRPr>
          </a:p>
        </p:txBody>
      </p:sp>
      <p:sp>
        <p:nvSpPr>
          <p:cNvPr id="18448" name="直接连接符 54300"/>
          <p:cNvSpPr/>
          <p:nvPr/>
        </p:nvSpPr>
        <p:spPr>
          <a:xfrm>
            <a:off x="5410200" y="2765425"/>
            <a:ext cx="3124200" cy="0"/>
          </a:xfrm>
          <a:prstGeom prst="line">
            <a:avLst/>
          </a:prstGeom>
          <a:ln w="9525" cap="flat" cmpd="sng">
            <a:solidFill>
              <a:schemeClr val="tx1"/>
            </a:solidFill>
            <a:prstDash val="solid"/>
            <a:round/>
            <a:headEnd type="none" w="med" len="med"/>
            <a:tailEnd type="triangle" w="med" len="med"/>
          </a:ln>
        </p:spPr>
      </p:sp>
      <p:sp>
        <p:nvSpPr>
          <p:cNvPr id="18449" name="直接连接符 54301"/>
          <p:cNvSpPr/>
          <p:nvPr/>
        </p:nvSpPr>
        <p:spPr>
          <a:xfrm flipV="1">
            <a:off x="5410200" y="327025"/>
            <a:ext cx="0" cy="2438400"/>
          </a:xfrm>
          <a:prstGeom prst="line">
            <a:avLst/>
          </a:prstGeom>
          <a:ln w="9525" cap="flat" cmpd="sng">
            <a:solidFill>
              <a:schemeClr val="tx1"/>
            </a:solidFill>
            <a:prstDash val="solid"/>
            <a:round/>
            <a:headEnd type="none" w="med" len="med"/>
            <a:tailEnd type="triangle" w="med" len="med"/>
          </a:ln>
        </p:spPr>
      </p:sp>
      <p:sp>
        <p:nvSpPr>
          <p:cNvPr id="18450" name="任意多边形 54302"/>
          <p:cNvSpPr/>
          <p:nvPr/>
        </p:nvSpPr>
        <p:spPr>
          <a:xfrm rot="10800000">
            <a:off x="5410200" y="708025"/>
            <a:ext cx="2514600" cy="990600"/>
          </a:xfrm>
          <a:custGeom>
            <a:avLst/>
            <a:gdLst/>
            <a:ahLst/>
            <a:cxnLst>
              <a:cxn ang="270">
                <a:pos x="0" y="0"/>
              </a:cxn>
              <a:cxn ang="90">
                <a:pos x="21600" y="21600"/>
              </a:cxn>
              <a:cxn ang="90">
                <a:pos x="0" y="21600"/>
              </a:cxn>
            </a:cxnLst>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8451" name="直接连接符 54303"/>
          <p:cNvSpPr/>
          <p:nvPr/>
        </p:nvSpPr>
        <p:spPr>
          <a:xfrm>
            <a:off x="5943600" y="1241425"/>
            <a:ext cx="0" cy="1524000"/>
          </a:xfrm>
          <a:prstGeom prst="line">
            <a:avLst/>
          </a:prstGeom>
          <a:ln w="9525" cap="rnd" cmpd="sng">
            <a:solidFill>
              <a:schemeClr val="tx1"/>
            </a:solidFill>
            <a:prstDash val="sysDot"/>
            <a:round/>
            <a:headEnd type="none" w="med" len="med"/>
            <a:tailEnd type="none" w="med" len="med"/>
          </a:ln>
        </p:spPr>
      </p:sp>
      <p:sp>
        <p:nvSpPr>
          <p:cNvPr id="18452" name="直接连接符 54304"/>
          <p:cNvSpPr/>
          <p:nvPr/>
        </p:nvSpPr>
        <p:spPr>
          <a:xfrm>
            <a:off x="6477000" y="1546225"/>
            <a:ext cx="0" cy="1219200"/>
          </a:xfrm>
          <a:prstGeom prst="line">
            <a:avLst/>
          </a:prstGeom>
          <a:ln w="9525" cap="rnd" cmpd="sng">
            <a:solidFill>
              <a:schemeClr val="tx1"/>
            </a:solidFill>
            <a:prstDash val="sysDot"/>
            <a:round/>
            <a:headEnd type="none" w="med" len="med"/>
            <a:tailEnd type="none" w="med" len="med"/>
          </a:ln>
        </p:spPr>
      </p:sp>
      <p:sp>
        <p:nvSpPr>
          <p:cNvPr id="18453" name="直接连接符 54305"/>
          <p:cNvSpPr/>
          <p:nvPr/>
        </p:nvSpPr>
        <p:spPr>
          <a:xfrm>
            <a:off x="7010400" y="1622425"/>
            <a:ext cx="0" cy="1143000"/>
          </a:xfrm>
          <a:prstGeom prst="line">
            <a:avLst/>
          </a:prstGeom>
          <a:ln w="9525" cap="rnd" cmpd="sng">
            <a:solidFill>
              <a:schemeClr val="tx1"/>
            </a:solidFill>
            <a:prstDash val="sysDot"/>
            <a:round/>
            <a:headEnd type="none" w="med" len="med"/>
            <a:tailEnd type="none" w="med" len="med"/>
          </a:ln>
        </p:spPr>
      </p:sp>
      <p:sp>
        <p:nvSpPr>
          <p:cNvPr id="18454" name="直接连接符 54306"/>
          <p:cNvSpPr/>
          <p:nvPr/>
        </p:nvSpPr>
        <p:spPr>
          <a:xfrm>
            <a:off x="7543800" y="1698625"/>
            <a:ext cx="0" cy="1066800"/>
          </a:xfrm>
          <a:prstGeom prst="line">
            <a:avLst/>
          </a:prstGeom>
          <a:ln w="9525" cap="rnd" cmpd="sng">
            <a:solidFill>
              <a:schemeClr val="tx1"/>
            </a:solidFill>
            <a:prstDash val="sysDot"/>
            <a:round/>
            <a:headEnd type="none" w="med" len="med"/>
            <a:tailEnd type="none" w="med" len="med"/>
          </a:ln>
        </p:spPr>
      </p:sp>
      <p:sp>
        <p:nvSpPr>
          <p:cNvPr id="18455" name="任意多边形 54315"/>
          <p:cNvSpPr/>
          <p:nvPr/>
        </p:nvSpPr>
        <p:spPr>
          <a:xfrm>
            <a:off x="5410200" y="784225"/>
            <a:ext cx="533400" cy="1905000"/>
          </a:xfrm>
          <a:custGeom>
            <a:avLst/>
            <a:gdLst/>
            <a:ahLst/>
            <a:cxnLst/>
            <a:pathLst>
              <a:path w="336" h="1112">
                <a:moveTo>
                  <a:pt x="0" y="0"/>
                </a:moveTo>
                <a:cubicBezTo>
                  <a:pt x="44" y="500"/>
                  <a:pt x="88" y="1000"/>
                  <a:pt x="144" y="1056"/>
                </a:cubicBezTo>
                <a:cubicBezTo>
                  <a:pt x="200" y="1112"/>
                  <a:pt x="268" y="724"/>
                  <a:pt x="336" y="336"/>
                </a:cubicBez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8456" name="任意多边形 54316"/>
          <p:cNvSpPr/>
          <p:nvPr/>
        </p:nvSpPr>
        <p:spPr>
          <a:xfrm>
            <a:off x="5943600" y="1254125"/>
            <a:ext cx="533400" cy="1282700"/>
          </a:xfrm>
          <a:custGeom>
            <a:avLst/>
            <a:gdLst/>
            <a:ahLst/>
            <a:cxnLst/>
            <a:pathLst>
              <a:path w="336" h="808">
                <a:moveTo>
                  <a:pt x="0" y="0"/>
                </a:moveTo>
                <a:cubicBezTo>
                  <a:pt x="32" y="276"/>
                  <a:pt x="64" y="552"/>
                  <a:pt x="96" y="672"/>
                </a:cubicBezTo>
                <a:cubicBezTo>
                  <a:pt x="128" y="792"/>
                  <a:pt x="152" y="808"/>
                  <a:pt x="192" y="720"/>
                </a:cubicBezTo>
                <a:cubicBezTo>
                  <a:pt x="232" y="632"/>
                  <a:pt x="312" y="240"/>
                  <a:pt x="336" y="144"/>
                </a:cubicBez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8457" name="任意多边形 54317"/>
          <p:cNvSpPr/>
          <p:nvPr/>
        </p:nvSpPr>
        <p:spPr>
          <a:xfrm>
            <a:off x="6477000" y="1470025"/>
            <a:ext cx="533400" cy="914400"/>
          </a:xfrm>
          <a:custGeom>
            <a:avLst/>
            <a:gdLst/>
            <a:ahLst/>
            <a:cxnLst/>
            <a:pathLst>
              <a:path w="336" h="808">
                <a:moveTo>
                  <a:pt x="0" y="0"/>
                </a:moveTo>
                <a:cubicBezTo>
                  <a:pt x="32" y="276"/>
                  <a:pt x="64" y="552"/>
                  <a:pt x="96" y="672"/>
                </a:cubicBezTo>
                <a:cubicBezTo>
                  <a:pt x="128" y="792"/>
                  <a:pt x="152" y="808"/>
                  <a:pt x="192" y="720"/>
                </a:cubicBezTo>
                <a:cubicBezTo>
                  <a:pt x="232" y="632"/>
                  <a:pt x="312" y="240"/>
                  <a:pt x="336" y="144"/>
                </a:cubicBez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8458" name="任意多边形 54318"/>
          <p:cNvSpPr/>
          <p:nvPr/>
        </p:nvSpPr>
        <p:spPr>
          <a:xfrm>
            <a:off x="7010400" y="1558925"/>
            <a:ext cx="533400" cy="673100"/>
          </a:xfrm>
          <a:custGeom>
            <a:avLst/>
            <a:gdLst/>
            <a:ahLst/>
            <a:cxnLst/>
            <a:pathLst>
              <a:path w="336" h="808">
                <a:moveTo>
                  <a:pt x="0" y="0"/>
                </a:moveTo>
                <a:cubicBezTo>
                  <a:pt x="32" y="276"/>
                  <a:pt x="64" y="552"/>
                  <a:pt x="96" y="672"/>
                </a:cubicBezTo>
                <a:cubicBezTo>
                  <a:pt x="128" y="792"/>
                  <a:pt x="152" y="808"/>
                  <a:pt x="192" y="720"/>
                </a:cubicBezTo>
                <a:cubicBezTo>
                  <a:pt x="232" y="632"/>
                  <a:pt x="312" y="240"/>
                  <a:pt x="336" y="144"/>
                </a:cubicBez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8459" name="文本框 54320"/>
          <p:cNvSpPr txBox="1"/>
          <p:nvPr/>
        </p:nvSpPr>
        <p:spPr>
          <a:xfrm>
            <a:off x="5862638" y="2917825"/>
            <a:ext cx="385762" cy="365125"/>
          </a:xfrm>
          <a:prstGeom prst="rect">
            <a:avLst/>
          </a:prstGeom>
          <a:noFill/>
          <a:ln w="9525">
            <a:noFill/>
          </a:ln>
        </p:spPr>
        <p:txBody>
          <a:bodyPr lIns="0" tIns="0" rIns="0" bIns="0" anchor="t">
            <a:spAutoFit/>
          </a:bodyPr>
          <a:p>
            <a:pPr algn="ctr"/>
            <a:endParaRPr lang="zh-CN" altLang="en-US" dirty="0">
              <a:latin typeface="Times New Roman" panose="02020603050405020304" pitchFamily="18" charset="0"/>
              <a:ea typeface="宋体" panose="02010600030101010101" pitchFamily="2" charset="-122"/>
            </a:endParaRPr>
          </a:p>
        </p:txBody>
      </p:sp>
      <p:graphicFrame>
        <p:nvGraphicFramePr>
          <p:cNvPr id="18460" name="对象 54321"/>
          <p:cNvGraphicFramePr/>
          <p:nvPr/>
        </p:nvGraphicFramePr>
        <p:xfrm>
          <a:off x="5770563" y="2698750"/>
          <a:ext cx="365125" cy="654050"/>
        </p:xfrm>
        <a:graphic>
          <a:graphicData uri="http://schemas.openxmlformats.org/presentationml/2006/ole">
            <mc:AlternateContent xmlns:mc="http://schemas.openxmlformats.org/markup-compatibility/2006">
              <mc:Choice xmlns:v="urn:schemas-microsoft-com:vml" Requires="v">
                <p:oleObj spid="_x0000_s3078" name="" r:id="rId1" imgW="114300" imgH="203200" progId="Equation.3">
                  <p:embed/>
                </p:oleObj>
              </mc:Choice>
              <mc:Fallback>
                <p:oleObj name="" r:id="rId1" imgW="114300" imgH="203200" progId="Equation.3">
                  <p:embed/>
                  <p:pic>
                    <p:nvPicPr>
                      <p:cNvPr id="0" name="图片 3077"/>
                      <p:cNvPicPr/>
                      <p:nvPr/>
                    </p:nvPicPr>
                    <p:blipFill>
                      <a:blip r:embed="rId2"/>
                      <a:stretch>
                        <a:fillRect/>
                      </a:stretch>
                    </p:blipFill>
                    <p:spPr>
                      <a:xfrm>
                        <a:off x="5770563" y="2698750"/>
                        <a:ext cx="365125" cy="654050"/>
                      </a:xfrm>
                      <a:prstGeom prst="rect">
                        <a:avLst/>
                      </a:prstGeom>
                      <a:noFill/>
                      <a:ln w="38100">
                        <a:noFill/>
                        <a:miter/>
                      </a:ln>
                    </p:spPr>
                  </p:pic>
                </p:oleObj>
              </mc:Fallback>
            </mc:AlternateContent>
          </a:graphicData>
        </a:graphic>
      </p:graphicFrame>
      <p:graphicFrame>
        <p:nvGraphicFramePr>
          <p:cNvPr id="18461" name="对象 54322"/>
          <p:cNvGraphicFramePr/>
          <p:nvPr/>
        </p:nvGraphicFramePr>
        <p:xfrm>
          <a:off x="6326188" y="2765425"/>
          <a:ext cx="282575" cy="368300"/>
        </p:xfrm>
        <a:graphic>
          <a:graphicData uri="http://schemas.openxmlformats.org/presentationml/2006/ole">
            <mc:AlternateContent xmlns:mc="http://schemas.openxmlformats.org/markup-compatibility/2006">
              <mc:Choice xmlns:v="urn:schemas-microsoft-com:vml" Requires="v">
                <p:oleObj spid="_x0000_s3079" name="" r:id="rId3" imgW="88900" imgH="114300" progId="Equation.3">
                  <p:embed/>
                </p:oleObj>
              </mc:Choice>
              <mc:Fallback>
                <p:oleObj name="" r:id="rId3" imgW="88900" imgH="114300" progId="Equation.3">
                  <p:embed/>
                  <p:pic>
                    <p:nvPicPr>
                      <p:cNvPr id="0" name="图片 3078"/>
                      <p:cNvPicPr/>
                      <p:nvPr/>
                    </p:nvPicPr>
                    <p:blipFill>
                      <a:blip r:embed="rId4"/>
                      <a:stretch>
                        <a:fillRect/>
                      </a:stretch>
                    </p:blipFill>
                    <p:spPr>
                      <a:xfrm>
                        <a:off x="6326188" y="2765425"/>
                        <a:ext cx="282575" cy="368300"/>
                      </a:xfrm>
                      <a:prstGeom prst="rect">
                        <a:avLst/>
                      </a:prstGeom>
                      <a:noFill/>
                      <a:ln w="38100">
                        <a:noFill/>
                        <a:miter/>
                      </a:ln>
                    </p:spPr>
                  </p:pic>
                </p:oleObj>
              </mc:Fallback>
            </mc:AlternateContent>
          </a:graphicData>
        </a:graphic>
      </p:graphicFrame>
      <p:graphicFrame>
        <p:nvGraphicFramePr>
          <p:cNvPr id="18462" name="对象 54323"/>
          <p:cNvGraphicFramePr/>
          <p:nvPr/>
        </p:nvGraphicFramePr>
        <p:xfrm>
          <a:off x="6777038" y="2744788"/>
          <a:ext cx="485775" cy="654050"/>
        </p:xfrm>
        <a:graphic>
          <a:graphicData uri="http://schemas.openxmlformats.org/presentationml/2006/ole">
            <mc:AlternateContent xmlns:mc="http://schemas.openxmlformats.org/markup-compatibility/2006">
              <mc:Choice xmlns:v="urn:schemas-microsoft-com:vml" Requires="v">
                <p:oleObj spid="_x0000_s3080" name="" r:id="rId5" imgW="152400" imgH="203200" progId="Equation.3">
                  <p:embed/>
                </p:oleObj>
              </mc:Choice>
              <mc:Fallback>
                <p:oleObj name="" r:id="rId5" imgW="152400" imgH="203200" progId="Equation.3">
                  <p:embed/>
                  <p:pic>
                    <p:nvPicPr>
                      <p:cNvPr id="0" name="图片 3079"/>
                      <p:cNvPicPr/>
                      <p:nvPr/>
                    </p:nvPicPr>
                    <p:blipFill>
                      <a:blip r:embed="rId6"/>
                      <a:stretch>
                        <a:fillRect/>
                      </a:stretch>
                    </p:blipFill>
                    <p:spPr>
                      <a:xfrm>
                        <a:off x="6777038" y="2744788"/>
                        <a:ext cx="485775" cy="654050"/>
                      </a:xfrm>
                      <a:prstGeom prst="rect">
                        <a:avLst/>
                      </a:prstGeom>
                      <a:noFill/>
                      <a:ln w="38100">
                        <a:noFill/>
                        <a:miter/>
                      </a:ln>
                    </p:spPr>
                  </p:pic>
                </p:oleObj>
              </mc:Fallback>
            </mc:AlternateContent>
          </a:graphicData>
        </a:graphic>
      </p:graphicFrame>
      <p:graphicFrame>
        <p:nvGraphicFramePr>
          <p:cNvPr id="18463" name="对象 54324"/>
          <p:cNvGraphicFramePr/>
          <p:nvPr/>
        </p:nvGraphicFramePr>
        <p:xfrm>
          <a:off x="7391400" y="2917825"/>
          <a:ext cx="404813" cy="366713"/>
        </p:xfrm>
        <a:graphic>
          <a:graphicData uri="http://schemas.openxmlformats.org/presentationml/2006/ole">
            <mc:AlternateContent xmlns:mc="http://schemas.openxmlformats.org/markup-compatibility/2006">
              <mc:Choice xmlns:v="urn:schemas-microsoft-com:vml" Requires="v">
                <p:oleObj spid="_x0000_s3081" name="" r:id="rId7" imgW="127000" imgH="114300" progId="Equation.3">
                  <p:embed/>
                </p:oleObj>
              </mc:Choice>
              <mc:Fallback>
                <p:oleObj name="" r:id="rId7" imgW="127000" imgH="114300" progId="Equation.3">
                  <p:embed/>
                  <p:pic>
                    <p:nvPicPr>
                      <p:cNvPr id="0" name="图片 3080"/>
                      <p:cNvPicPr/>
                      <p:nvPr/>
                    </p:nvPicPr>
                    <p:blipFill>
                      <a:blip r:embed="rId8"/>
                      <a:stretch>
                        <a:fillRect/>
                      </a:stretch>
                    </p:blipFill>
                    <p:spPr>
                      <a:xfrm>
                        <a:off x="7391400" y="2917825"/>
                        <a:ext cx="404813" cy="366713"/>
                      </a:xfrm>
                      <a:prstGeom prst="rect">
                        <a:avLst/>
                      </a:prstGeom>
                      <a:noFill/>
                      <a:ln w="38100">
                        <a:noFill/>
                        <a:miter/>
                      </a:ln>
                    </p:spPr>
                  </p:pic>
                </p:oleObj>
              </mc:Fallback>
            </mc:AlternateContent>
          </a:graphicData>
        </a:graphic>
      </p:graphicFrame>
      <p:sp>
        <p:nvSpPr>
          <p:cNvPr id="18464" name="文本框 54326"/>
          <p:cNvSpPr txBox="1"/>
          <p:nvPr/>
        </p:nvSpPr>
        <p:spPr>
          <a:xfrm>
            <a:off x="8305800" y="2765425"/>
            <a:ext cx="457200" cy="457200"/>
          </a:xfrm>
          <a:prstGeom prst="rect">
            <a:avLst/>
          </a:prstGeom>
          <a:noFill/>
          <a:ln w="9525">
            <a:noFill/>
          </a:ln>
        </p:spPr>
        <p:txBody>
          <a:bodyPr anchor="t">
            <a:spAutoFit/>
          </a:bodyPr>
          <a:p>
            <a:pPr algn="ctr">
              <a:spcBef>
                <a:spcPct val="50000"/>
              </a:spcBef>
            </a:pPr>
            <a:r>
              <a:rPr lang="en-US" altLang="zh-CN">
                <a:latin typeface="Times New Roman" panose="02020603050405020304" pitchFamily="18" charset="0"/>
                <a:ea typeface="宋体" panose="02010600030101010101" pitchFamily="2" charset="-122"/>
              </a:rPr>
              <a:t>L</a:t>
            </a:r>
            <a:endParaRPr lang="en-US" altLang="zh-CN">
              <a:latin typeface="Times New Roman" panose="02020603050405020304" pitchFamily="18" charset="0"/>
              <a:ea typeface="宋体" panose="02010600030101010101" pitchFamily="2" charset="-122"/>
            </a:endParaRPr>
          </a:p>
        </p:txBody>
      </p:sp>
      <p:sp>
        <p:nvSpPr>
          <p:cNvPr id="18465" name="文本框 54327"/>
          <p:cNvSpPr txBox="1"/>
          <p:nvPr/>
        </p:nvSpPr>
        <p:spPr>
          <a:xfrm>
            <a:off x="5334000" y="98425"/>
            <a:ext cx="609600" cy="457200"/>
          </a:xfrm>
          <a:prstGeom prst="rect">
            <a:avLst/>
          </a:prstGeom>
          <a:noFill/>
          <a:ln w="9525">
            <a:noFill/>
          </a:ln>
        </p:spPr>
        <p:txBody>
          <a:bodyPr anchor="t">
            <a:spAutoFit/>
          </a:bodyPr>
          <a:p>
            <a:pPr algn="ctr">
              <a:spcBef>
                <a:spcPct val="50000"/>
              </a:spcBef>
            </a:pPr>
            <a:r>
              <a:rPr lang="en-US" altLang="zh-CN">
                <a:latin typeface="Times New Roman" panose="02020603050405020304" pitchFamily="18" charset="0"/>
                <a:ea typeface="宋体" panose="02010600030101010101" pitchFamily="2" charset="-122"/>
              </a:rPr>
              <a:t>p</a:t>
            </a:r>
            <a:endParaRPr lang="en-US" altLang="zh-CN">
              <a:latin typeface="Times New Roman" panose="02020603050405020304" pitchFamily="18" charset="0"/>
              <a:ea typeface="宋体" panose="02010600030101010101" pitchFamily="2" charset="-122"/>
            </a:endParaRPr>
          </a:p>
        </p:txBody>
      </p:sp>
      <p:sp useBgFill="1">
        <p:nvSpPr>
          <p:cNvPr id="18466" name="椭圆形标注 54328"/>
          <p:cNvSpPr/>
          <p:nvPr/>
        </p:nvSpPr>
        <p:spPr>
          <a:xfrm>
            <a:off x="5943600" y="784225"/>
            <a:ext cx="1143000" cy="457200"/>
          </a:xfrm>
          <a:prstGeom prst="wedgeEllipseCallout">
            <a:avLst>
              <a:gd name="adj1" fmla="val -47500"/>
              <a:gd name="adj2" fmla="val 66667"/>
            </a:avLst>
          </a:prstGeom>
          <a:ln w="9525" cap="flat" cmpd="sng">
            <a:solidFill>
              <a:schemeClr val="tx1"/>
            </a:solidFill>
            <a:prstDash val="solid"/>
            <a:miter/>
            <a:headEnd type="none" w="med" len="med"/>
            <a:tailEnd type="none" w="med" len="med"/>
          </a:ln>
        </p:spPr>
        <p:txBody>
          <a:bodyPr lIns="36000" tIns="36000" rIns="36000" bIns="36000" anchor="ctr"/>
          <a:p>
            <a:pPr algn="ctr"/>
            <a:r>
              <a:rPr lang="zh-CN" altLang="en-US" dirty="0">
                <a:latin typeface="Times New Roman" panose="02020603050405020304" pitchFamily="18" charset="0"/>
                <a:ea typeface="宋体" panose="02010600030101010101" pitchFamily="2" charset="-122"/>
              </a:rPr>
              <a:t>波腹</a:t>
            </a:r>
            <a:endParaRPr lang="zh-CN" altLang="en-US" dirty="0">
              <a:latin typeface="Times New Roman" panose="02020603050405020304" pitchFamily="18" charset="0"/>
              <a:ea typeface="宋体" panose="02010600030101010101" pitchFamily="2" charset="-122"/>
            </a:endParaRPr>
          </a:p>
        </p:txBody>
      </p:sp>
      <p:sp>
        <p:nvSpPr>
          <p:cNvPr id="18467" name="直接连接符 54329"/>
          <p:cNvSpPr/>
          <p:nvPr/>
        </p:nvSpPr>
        <p:spPr>
          <a:xfrm>
            <a:off x="5410200" y="708025"/>
            <a:ext cx="533400" cy="307975"/>
          </a:xfrm>
          <a:prstGeom prst="line">
            <a:avLst/>
          </a:prstGeom>
          <a:ln w="9525" cap="flat" cmpd="sng">
            <a:solidFill>
              <a:schemeClr val="tx1"/>
            </a:solidFill>
            <a:prstDash val="dash"/>
            <a:round/>
            <a:headEnd type="none" w="med" len="med"/>
            <a:tailEnd type="none" w="med" len="med"/>
          </a:ln>
        </p:spPr>
      </p:sp>
      <p:sp>
        <p:nvSpPr>
          <p:cNvPr id="18468" name="直接连接符 54330"/>
          <p:cNvSpPr/>
          <p:nvPr/>
        </p:nvSpPr>
        <p:spPr>
          <a:xfrm flipV="1">
            <a:off x="6477000" y="1241425"/>
            <a:ext cx="0" cy="304800"/>
          </a:xfrm>
          <a:prstGeom prst="line">
            <a:avLst/>
          </a:prstGeom>
          <a:ln w="9525" cap="flat" cmpd="sng">
            <a:solidFill>
              <a:schemeClr val="tx1"/>
            </a:solidFill>
            <a:prstDash val="dash"/>
            <a:round/>
            <a:headEnd type="none" w="med" len="med"/>
            <a:tailEnd type="none" w="med" len="med"/>
          </a:ln>
        </p:spPr>
      </p:sp>
      <p:sp>
        <p:nvSpPr>
          <p:cNvPr id="18469" name="直接连接符 54331"/>
          <p:cNvSpPr/>
          <p:nvPr/>
        </p:nvSpPr>
        <p:spPr>
          <a:xfrm flipH="1" flipV="1">
            <a:off x="6789738" y="1241425"/>
            <a:ext cx="220662" cy="381000"/>
          </a:xfrm>
          <a:prstGeom prst="line">
            <a:avLst/>
          </a:prstGeom>
          <a:ln w="9525" cap="flat" cmpd="sng">
            <a:solidFill>
              <a:schemeClr val="tx1"/>
            </a:solidFill>
            <a:prstDash val="dash"/>
            <a:round/>
            <a:headEnd type="none" w="med" len="med"/>
            <a:tailEnd type="none" w="med" len="med"/>
          </a:ln>
        </p:spPr>
      </p:sp>
      <p:sp>
        <p:nvSpPr>
          <p:cNvPr id="18470" name="直接连接符 54332"/>
          <p:cNvSpPr/>
          <p:nvPr/>
        </p:nvSpPr>
        <p:spPr>
          <a:xfrm flipH="1" flipV="1">
            <a:off x="7010400" y="1165225"/>
            <a:ext cx="533400" cy="533400"/>
          </a:xfrm>
          <a:prstGeom prst="line">
            <a:avLst/>
          </a:prstGeom>
          <a:ln w="9525" cap="rnd" cmpd="sng">
            <a:solidFill>
              <a:schemeClr val="tx1"/>
            </a:solidFill>
            <a:prstDash val="sysDot"/>
            <a:round/>
            <a:headEnd type="none" w="med" len="med"/>
            <a:tailEnd type="none" w="med" len="med"/>
          </a:ln>
        </p:spPr>
      </p:sp>
      <p:sp useBgFill="1">
        <p:nvSpPr>
          <p:cNvPr id="18471" name="线形标注 1 54344"/>
          <p:cNvSpPr/>
          <p:nvPr/>
        </p:nvSpPr>
        <p:spPr>
          <a:xfrm>
            <a:off x="7802563" y="2093913"/>
            <a:ext cx="579437" cy="609600"/>
          </a:xfrm>
          <a:prstGeom prst="borderCallout1">
            <a:avLst>
              <a:gd name="adj1" fmla="val 18750"/>
              <a:gd name="adj2" fmla="val -13153"/>
              <a:gd name="adj3" fmla="val 18231"/>
              <a:gd name="adj4" fmla="val -95616"/>
            </a:avLst>
          </a:prstGeom>
          <a:ln w="9525" cap="flat" cmpd="sng">
            <a:solidFill>
              <a:schemeClr val="tx1"/>
            </a:solidFill>
            <a:prstDash val="solid"/>
            <a:miter/>
            <a:headEnd type="none" w="med" len="med"/>
            <a:tailEnd type="none" w="med" len="med"/>
          </a:ln>
        </p:spPr>
        <p:txBody>
          <a:bodyPr anchor="ctr"/>
          <a:p>
            <a:pPr algn="ctr"/>
            <a:r>
              <a:rPr lang="zh-CN" altLang="en-US" dirty="0">
                <a:latin typeface="Times New Roman" panose="02020603050405020304" pitchFamily="18" charset="0"/>
                <a:ea typeface="宋体" panose="02010600030101010101" pitchFamily="2" charset="-122"/>
              </a:rPr>
              <a:t>波节</a:t>
            </a:r>
            <a:endParaRPr lang="zh-CN" altLang="en-US" dirty="0">
              <a:latin typeface="Times New Roman" panose="02020603050405020304" pitchFamily="18" charset="0"/>
              <a:ea typeface="宋体" panose="02010600030101010101" pitchFamily="2" charset="-122"/>
            </a:endParaRPr>
          </a:p>
        </p:txBody>
      </p:sp>
      <p:sp>
        <p:nvSpPr>
          <p:cNvPr id="18472" name="直接连接符 54345"/>
          <p:cNvSpPr/>
          <p:nvPr/>
        </p:nvSpPr>
        <p:spPr>
          <a:xfrm>
            <a:off x="5638800" y="2613025"/>
            <a:ext cx="2209800" cy="0"/>
          </a:xfrm>
          <a:prstGeom prst="line">
            <a:avLst/>
          </a:prstGeom>
          <a:ln w="9525" cap="rnd" cmpd="sng">
            <a:solidFill>
              <a:schemeClr val="tx1"/>
            </a:solidFill>
            <a:prstDash val="sysDot"/>
            <a:round/>
            <a:headEnd type="none" w="med" len="med"/>
            <a:tailEnd type="none" w="med" len="med"/>
          </a:ln>
        </p:spPr>
      </p:sp>
      <p:sp>
        <p:nvSpPr>
          <p:cNvPr id="18473" name="直接连接符 54346"/>
          <p:cNvSpPr/>
          <p:nvPr/>
        </p:nvSpPr>
        <p:spPr>
          <a:xfrm>
            <a:off x="6172200" y="2460625"/>
            <a:ext cx="1676400" cy="0"/>
          </a:xfrm>
          <a:prstGeom prst="line">
            <a:avLst/>
          </a:prstGeom>
          <a:ln w="9525" cap="rnd" cmpd="sng">
            <a:solidFill>
              <a:schemeClr val="tx1"/>
            </a:solidFill>
            <a:prstDash val="sysDot"/>
            <a:round/>
            <a:headEnd type="none" w="med" len="med"/>
            <a:tailEnd type="none" w="med" len="med"/>
          </a:ln>
        </p:spPr>
      </p:sp>
      <p:sp>
        <p:nvSpPr>
          <p:cNvPr id="18474" name="直接连接符 54347"/>
          <p:cNvSpPr/>
          <p:nvPr/>
        </p:nvSpPr>
        <p:spPr>
          <a:xfrm>
            <a:off x="6705600" y="2308225"/>
            <a:ext cx="1066800" cy="0"/>
          </a:xfrm>
          <a:prstGeom prst="line">
            <a:avLst/>
          </a:prstGeom>
          <a:ln w="9525" cap="rnd" cmpd="sng">
            <a:solidFill>
              <a:schemeClr val="tx1"/>
            </a:solidFill>
            <a:prstDash val="sysDot"/>
            <a:round/>
            <a:headEnd type="none" w="med" len="med"/>
            <a:tailEnd type="none" w="med" len="med"/>
          </a:ln>
        </p:spPr>
      </p:sp>
      <p:sp>
        <p:nvSpPr>
          <p:cNvPr id="18475" name="文本框 54348"/>
          <p:cNvSpPr txBox="1"/>
          <p:nvPr/>
        </p:nvSpPr>
        <p:spPr>
          <a:xfrm>
            <a:off x="5181600" y="3603625"/>
            <a:ext cx="3733800" cy="365125"/>
          </a:xfrm>
          <a:prstGeom prst="rect">
            <a:avLst/>
          </a:prstGeom>
          <a:noFill/>
          <a:ln w="9525">
            <a:noFill/>
          </a:ln>
        </p:spPr>
        <p:txBody>
          <a:bodyPr lIns="0" tIns="0" rIns="0" bIns="0" anchor="t">
            <a:spAutoFit/>
          </a:bodyPr>
          <a:p>
            <a:pPr algn="ctr">
              <a:spcBef>
                <a:spcPct val="50000"/>
              </a:spcBef>
            </a:pPr>
            <a:r>
              <a:rPr lang="en-US" altLang="zh-CN">
                <a:latin typeface="Times New Roman" panose="02020603050405020304" pitchFamily="18" charset="0"/>
                <a:ea typeface="宋体" panose="02010600030101010101" pitchFamily="2" charset="-122"/>
              </a:rPr>
              <a:t>S</a:t>
            </a:r>
            <a:r>
              <a:rPr lang="en-US" altLang="zh-CN" baseline="-2500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表面声压与其位置的关系</a:t>
            </a:r>
            <a:endParaRPr lang="zh-CN" altLang="en-US" dirty="0">
              <a:latin typeface="Times New Roman" panose="02020603050405020304" pitchFamily="18" charset="0"/>
              <a:ea typeface="宋体" panose="02010600030101010101" pitchFamily="2" charset="-122"/>
            </a:endParaRPr>
          </a:p>
        </p:txBody>
      </p:sp>
      <p:sp>
        <p:nvSpPr>
          <p:cNvPr id="18476" name="标题 52275"/>
          <p:cNvSpPr>
            <a:spLocks noGrp="1"/>
          </p:cNvSpPr>
          <p:nvPr/>
        </p:nvSpPr>
        <p:spPr>
          <a:xfrm>
            <a:off x="254000" y="96838"/>
            <a:ext cx="6718300" cy="755650"/>
          </a:xfrm>
          <a:prstGeom prst="rect">
            <a:avLst/>
          </a:prstGeom>
          <a:noFill/>
          <a:ln w="9525">
            <a:noFill/>
          </a:ln>
        </p:spPr>
        <p:txBody>
          <a:bodyPr anchor="b"/>
          <a:p>
            <a:pPr eaLnBrk="0" hangingPunct="0">
              <a:buClr>
                <a:schemeClr val="bg1"/>
              </a:buClr>
            </a:pPr>
            <a:r>
              <a:rPr lang="zh-CN" altLang="en-US" sz="3200" b="1" dirty="0">
                <a:latin typeface="Times New Roman" panose="02020603050405020304" pitchFamily="18" charset="0"/>
                <a:ea typeface="宋体" panose="02010600030101010101" pitchFamily="2" charset="-122"/>
              </a:rPr>
              <a:t>一、 实 验 原 理</a:t>
            </a:r>
            <a:r>
              <a:rPr lang="zh-CN" altLang="en-US" sz="3200" b="1" dirty="0">
                <a:latin typeface="Times New Roman" panose="02020603050405020304" pitchFamily="18" charset="0"/>
                <a:ea typeface="宋体" panose="02010600030101010101" pitchFamily="2" charset="-122"/>
                <a:sym typeface="宋体" panose="02010600030101010101" pitchFamily="2" charset="-122"/>
              </a:rPr>
              <a:t>（驻波法）</a:t>
            </a:r>
            <a:endParaRPr lang="zh-CN" altLang="en-US" sz="3200" b="1" dirty="0">
              <a:latin typeface="Times New Roman" panose="02020603050405020304" pitchFamily="18" charset="0"/>
              <a:ea typeface="宋体" panose="02010600030101010101" pitchFamily="2" charset="-122"/>
            </a:endParaRPr>
          </a:p>
        </p:txBody>
      </p:sp>
      <p:graphicFrame>
        <p:nvGraphicFramePr>
          <p:cNvPr id="18477" name="对象 -2147482564"/>
          <p:cNvGraphicFramePr>
            <a:graphicFrameLocks noChangeAspect="1"/>
          </p:cNvGraphicFramePr>
          <p:nvPr/>
        </p:nvGraphicFramePr>
        <p:xfrm>
          <a:off x="1531938" y="4630738"/>
          <a:ext cx="5089525" cy="844550"/>
        </p:xfrm>
        <a:graphic>
          <a:graphicData uri="http://schemas.openxmlformats.org/presentationml/2006/ole">
            <mc:AlternateContent xmlns:mc="http://schemas.openxmlformats.org/markup-compatibility/2006">
              <mc:Choice xmlns:v="urn:schemas-microsoft-com:vml" Requires="v">
                <p:oleObj spid="_x0000_s3082" name="" r:id="rId9" imgW="2374265" imgH="393700" progId="Equation.3">
                  <p:embed/>
                </p:oleObj>
              </mc:Choice>
              <mc:Fallback>
                <p:oleObj name="" r:id="rId9" imgW="2374265" imgH="393700" progId="Equation.3">
                  <p:embed/>
                  <p:pic>
                    <p:nvPicPr>
                      <p:cNvPr id="0" name="图片 3081"/>
                      <p:cNvPicPr/>
                      <p:nvPr/>
                    </p:nvPicPr>
                    <p:blipFill>
                      <a:blip r:embed="rId10"/>
                      <a:stretch>
                        <a:fillRect/>
                      </a:stretch>
                    </p:blipFill>
                    <p:spPr>
                      <a:xfrm>
                        <a:off x="1531938" y="4630738"/>
                        <a:ext cx="5089525" cy="844550"/>
                      </a:xfrm>
                      <a:prstGeom prst="rect">
                        <a:avLst/>
                      </a:prstGeom>
                      <a:noFill/>
                      <a:ln w="38100">
                        <a:noFill/>
                        <a:miter/>
                      </a:ln>
                    </p:spPr>
                  </p:pic>
                </p:oleObj>
              </mc:Fallback>
            </mc:AlternateContent>
          </a:graphicData>
        </a:graphic>
      </p:graphicFrame>
      <p:graphicFrame>
        <p:nvGraphicFramePr>
          <p:cNvPr id="18478" name="对象 158728"/>
          <p:cNvGraphicFramePr/>
          <p:nvPr/>
        </p:nvGraphicFramePr>
        <p:xfrm>
          <a:off x="1228725" y="5316538"/>
          <a:ext cx="5781675" cy="942975"/>
        </p:xfrm>
        <a:graphic>
          <a:graphicData uri="http://schemas.openxmlformats.org/presentationml/2006/ole">
            <mc:AlternateContent xmlns:mc="http://schemas.openxmlformats.org/markup-compatibility/2006">
              <mc:Choice xmlns:v="urn:schemas-microsoft-com:vml" Requires="v">
                <p:oleObj spid="_x0000_s3083" name="" r:id="rId11" imgW="2247900" imgH="393700" progId="Equation.3">
                  <p:embed/>
                </p:oleObj>
              </mc:Choice>
              <mc:Fallback>
                <p:oleObj name="" r:id="rId11" imgW="2247900" imgH="393700" progId="Equation.3">
                  <p:embed/>
                  <p:pic>
                    <p:nvPicPr>
                      <p:cNvPr id="0" name="图片 3082"/>
                      <p:cNvPicPr/>
                      <p:nvPr/>
                    </p:nvPicPr>
                    <p:blipFill>
                      <a:blip r:embed="rId12"/>
                      <a:stretch>
                        <a:fillRect/>
                      </a:stretch>
                    </p:blipFill>
                    <p:spPr>
                      <a:xfrm>
                        <a:off x="1228725" y="5316538"/>
                        <a:ext cx="5781675" cy="942975"/>
                      </a:xfrm>
                      <a:prstGeom prst="rect">
                        <a:avLst/>
                      </a:prstGeom>
                      <a:noFill/>
                      <a:ln w="38100">
                        <a:noFill/>
                        <a:miter/>
                      </a:ln>
                    </p:spPr>
                  </p:pic>
                </p:oleObj>
              </mc:Fallback>
            </mc:AlternateContent>
          </a:graphicData>
        </a:graphic>
      </p:graphicFrame>
      <p:sp>
        <p:nvSpPr>
          <p:cNvPr id="5" name="文本框 4"/>
          <p:cNvSpPr txBox="1"/>
          <p:nvPr/>
        </p:nvSpPr>
        <p:spPr>
          <a:xfrm>
            <a:off x="527050" y="6204585"/>
            <a:ext cx="7916545" cy="521966"/>
          </a:xfrm>
          <a:prstGeom prst="rect">
            <a:avLst/>
          </a:prstGeom>
          <a:noFill/>
        </p:spPr>
        <p:txBody>
          <a:bodyPr wrap="square" rtlCol="0">
            <a:spAutoFit/>
          </a:bodyPr>
          <a:p>
            <a:pPr algn="ctr"/>
            <a:r>
              <a:rPr lang="zh-CN" altLang="en-US" sz="2800" noProof="1">
                <a:ln w="9525" cap="flat" cmpd="sng">
                  <a:solidFill>
                    <a:schemeClr val="tx1"/>
                  </a:solidFill>
                  <a:prstDash val="solid"/>
                  <a:headEnd type="none" w="med" len="med"/>
                  <a:tailEnd type="none" w="med" len="med"/>
                </a:ln>
                <a:latin typeface="宋体" panose="02010600030101010101" pitchFamily="2" charset="-122"/>
                <a:ea typeface="宋体" panose="02010600030101010101" pitchFamily="2" charset="-122"/>
                <a:cs typeface="+mn-cs"/>
              </a:rPr>
              <a:t>波节位置对应声压最大，得到极大升压信号强度。</a:t>
            </a:r>
            <a:endParaRPr lang="zh-CN" altLang="en-US" sz="2800" noProof="1">
              <a:ln w="9525" cap="flat" cmpd="sng">
                <a:solidFill>
                  <a:schemeClr val="tx1"/>
                </a:solidFill>
                <a:prstDash val="solid"/>
                <a:headEnd type="none" w="med" len="med"/>
                <a:tailEnd type="none" w="med" len="med"/>
              </a:ln>
              <a:latin typeface="宋体" panose="02010600030101010101" pitchFamily="2" charset="-122"/>
            </a:endParaRPr>
          </a:p>
        </p:txBody>
      </p:sp>
      <p:sp>
        <p:nvSpPr>
          <p:cNvPr id="18480" name="文本框 4"/>
          <p:cNvSpPr txBox="1"/>
          <p:nvPr/>
        </p:nvSpPr>
        <p:spPr>
          <a:xfrm>
            <a:off x="561975" y="4138613"/>
            <a:ext cx="7845425" cy="492125"/>
          </a:xfrm>
          <a:prstGeom prst="rect">
            <a:avLst/>
          </a:prstGeom>
          <a:noFill/>
          <a:ln w="9525">
            <a:noFill/>
          </a:ln>
        </p:spPr>
        <p:txBody>
          <a:bodyPr wrap="square" anchor="t">
            <a:spAutoFit/>
          </a:bodyPr>
          <a:p>
            <a:pPr>
              <a:lnSpc>
                <a:spcPct val="130000"/>
              </a:lnSpc>
            </a:pPr>
            <a:r>
              <a:rPr lang="zh-CN" altLang="en-US" sz="2000" b="1" dirty="0">
                <a:solidFill>
                  <a:srgbClr val="FF0000"/>
                </a:solidFill>
                <a:latin typeface="Arial" panose="020B0604020202020204" pitchFamily="34" charset="0"/>
                <a:ea typeface="微软雅黑" panose="020B0503020204020204" charset="-122"/>
              </a:rPr>
              <a:t>声压</a:t>
            </a:r>
            <a:r>
              <a:rPr lang="zh-CN" altLang="en-US" sz="2000" dirty="0">
                <a:latin typeface="Arial" panose="020B0604020202020204" pitchFamily="34" charset="0"/>
                <a:ea typeface="微软雅黑" panose="020B0503020204020204" charset="-122"/>
              </a:rPr>
              <a:t>就是空气中由于声扰动而引起的超出静态大气压强的那部分压强</a:t>
            </a:r>
            <a:endParaRPr lang="zh-CN" altLang="en-US" sz="2000" dirty="0">
              <a:latin typeface="Arial" panose="020B0604020202020204" pitchFamily="34" charset="0"/>
              <a:ea typeface="微软雅黑" panose="020B0503020204020204" charset="-122"/>
            </a:endParaRPr>
          </a:p>
        </p:txBody>
      </p:sp>
      <p:graphicFrame>
        <p:nvGraphicFramePr>
          <p:cNvPr id="14352" name="Object 17"/>
          <p:cNvGraphicFramePr/>
          <p:nvPr/>
        </p:nvGraphicFramePr>
        <p:xfrm>
          <a:off x="7263130" y="4821555"/>
          <a:ext cx="1370013" cy="495300"/>
        </p:xfrm>
        <a:graphic>
          <a:graphicData uri="http://schemas.openxmlformats.org/presentationml/2006/ole">
            <mc:AlternateContent xmlns:mc="http://schemas.openxmlformats.org/markup-compatibility/2006">
              <mc:Choice xmlns:v="urn:schemas-microsoft-com:vml" Requires="v">
                <p:oleObj spid="_x0000_s3084" name="" r:id="rId13" imgW="457200" imgH="165100" progId="Equation.3">
                  <p:embed/>
                </p:oleObj>
              </mc:Choice>
              <mc:Fallback>
                <p:oleObj name="" r:id="rId13" imgW="457200" imgH="165100" progId="Equation.3">
                  <p:embed/>
                  <p:pic>
                    <p:nvPicPr>
                      <p:cNvPr id="0" name="图片 3083"/>
                      <p:cNvPicPr/>
                      <p:nvPr/>
                    </p:nvPicPr>
                    <p:blipFill>
                      <a:blip r:embed="rId14"/>
                      <a:stretch>
                        <a:fillRect/>
                      </a:stretch>
                    </p:blipFill>
                    <p:spPr>
                      <a:xfrm>
                        <a:off x="7263130" y="4821555"/>
                        <a:ext cx="1370013" cy="495300"/>
                      </a:xfrm>
                      <a:prstGeom prst="rect">
                        <a:avLst/>
                      </a:prstGeom>
                      <a:noFill/>
                      <a:ln w="38100" cap="flat" cmpd="sng">
                        <a:solidFill>
                          <a:srgbClr val="FF9900"/>
                        </a:solidFill>
                        <a:prstDash val="solid"/>
                        <a:miter/>
                        <a:headEnd type="none" w="med" len="med"/>
                        <a:tailEnd type="none" w="med" len="med"/>
                      </a:ln>
                    </p:spPr>
                  </p:pic>
                </p:oleObj>
              </mc:Fallback>
            </mc:AlternateContent>
          </a:graphicData>
        </a:graphic>
      </p:graphicFrame>
    </p:spTree>
    <p:custDataLst>
      <p:tags r:id="rId15"/>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直接连接符 54300"/>
          <p:cNvSpPr/>
          <p:nvPr/>
        </p:nvSpPr>
        <p:spPr>
          <a:xfrm>
            <a:off x="1603375" y="4675188"/>
            <a:ext cx="6083300" cy="0"/>
          </a:xfrm>
          <a:prstGeom prst="line">
            <a:avLst/>
          </a:prstGeom>
          <a:ln w="9525" cap="flat" cmpd="sng">
            <a:solidFill>
              <a:schemeClr val="tx1"/>
            </a:solidFill>
            <a:prstDash val="solid"/>
            <a:round/>
            <a:headEnd type="none" w="med" len="med"/>
            <a:tailEnd type="triangle" w="med" len="med"/>
          </a:ln>
        </p:spPr>
      </p:sp>
      <p:sp>
        <p:nvSpPr>
          <p:cNvPr id="19458" name="直接连接符 54301"/>
          <p:cNvSpPr/>
          <p:nvPr/>
        </p:nvSpPr>
        <p:spPr>
          <a:xfrm flipV="1">
            <a:off x="1603375" y="1920875"/>
            <a:ext cx="0" cy="2754313"/>
          </a:xfrm>
          <a:prstGeom prst="line">
            <a:avLst/>
          </a:prstGeom>
          <a:ln w="9525" cap="flat" cmpd="sng">
            <a:solidFill>
              <a:schemeClr val="tx1"/>
            </a:solidFill>
            <a:prstDash val="solid"/>
            <a:round/>
            <a:headEnd type="none" w="med" len="med"/>
            <a:tailEnd type="triangle" w="med" len="med"/>
          </a:ln>
        </p:spPr>
      </p:sp>
      <p:sp>
        <p:nvSpPr>
          <p:cNvPr id="19459" name="任意多边形 54302"/>
          <p:cNvSpPr/>
          <p:nvPr/>
        </p:nvSpPr>
        <p:spPr>
          <a:xfrm rot="10800000">
            <a:off x="1603375" y="2351088"/>
            <a:ext cx="4895850" cy="1119187"/>
          </a:xfrm>
          <a:custGeom>
            <a:avLst/>
            <a:gdLst/>
            <a:ahLst/>
            <a:cxnLst>
              <a:cxn ang="270">
                <a:pos x="0" y="0"/>
              </a:cxn>
              <a:cxn ang="90">
                <a:pos x="21600" y="21600"/>
              </a:cxn>
              <a:cxn ang="90">
                <a:pos x="0" y="21600"/>
              </a:cxn>
            </a:cxnLst>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9460" name="直接连接符 54303"/>
          <p:cNvSpPr/>
          <p:nvPr/>
        </p:nvSpPr>
        <p:spPr>
          <a:xfrm>
            <a:off x="2641600" y="2952750"/>
            <a:ext cx="0" cy="1722438"/>
          </a:xfrm>
          <a:prstGeom prst="line">
            <a:avLst/>
          </a:prstGeom>
          <a:ln w="9525" cap="rnd" cmpd="sng">
            <a:solidFill>
              <a:schemeClr val="tx1"/>
            </a:solidFill>
            <a:prstDash val="sysDot"/>
            <a:round/>
            <a:headEnd type="none" w="med" len="med"/>
            <a:tailEnd type="none" w="med" len="med"/>
          </a:ln>
        </p:spPr>
      </p:sp>
      <p:sp>
        <p:nvSpPr>
          <p:cNvPr id="19461" name="直接连接符 54304"/>
          <p:cNvSpPr/>
          <p:nvPr/>
        </p:nvSpPr>
        <p:spPr>
          <a:xfrm>
            <a:off x="3681413" y="3297238"/>
            <a:ext cx="0" cy="1377950"/>
          </a:xfrm>
          <a:prstGeom prst="line">
            <a:avLst/>
          </a:prstGeom>
          <a:ln w="9525" cap="rnd" cmpd="sng">
            <a:solidFill>
              <a:schemeClr val="tx1"/>
            </a:solidFill>
            <a:prstDash val="sysDot"/>
            <a:round/>
            <a:headEnd type="none" w="med" len="med"/>
            <a:tailEnd type="none" w="med" len="med"/>
          </a:ln>
        </p:spPr>
      </p:sp>
      <p:sp>
        <p:nvSpPr>
          <p:cNvPr id="19462" name="直接连接符 54305"/>
          <p:cNvSpPr/>
          <p:nvPr/>
        </p:nvSpPr>
        <p:spPr>
          <a:xfrm>
            <a:off x="4719638" y="3384550"/>
            <a:ext cx="0" cy="1290638"/>
          </a:xfrm>
          <a:prstGeom prst="line">
            <a:avLst/>
          </a:prstGeom>
          <a:ln w="9525" cap="rnd" cmpd="sng">
            <a:solidFill>
              <a:schemeClr val="tx1"/>
            </a:solidFill>
            <a:prstDash val="sysDot"/>
            <a:round/>
            <a:headEnd type="none" w="med" len="med"/>
            <a:tailEnd type="none" w="med" len="med"/>
          </a:ln>
        </p:spPr>
      </p:sp>
      <p:sp>
        <p:nvSpPr>
          <p:cNvPr id="19463" name="直接连接符 54306"/>
          <p:cNvSpPr/>
          <p:nvPr/>
        </p:nvSpPr>
        <p:spPr>
          <a:xfrm>
            <a:off x="5757863" y="3470275"/>
            <a:ext cx="0" cy="1204913"/>
          </a:xfrm>
          <a:prstGeom prst="line">
            <a:avLst/>
          </a:prstGeom>
          <a:ln w="9525" cap="rnd" cmpd="sng">
            <a:solidFill>
              <a:schemeClr val="tx1"/>
            </a:solidFill>
            <a:prstDash val="sysDot"/>
            <a:round/>
            <a:headEnd type="none" w="med" len="med"/>
            <a:tailEnd type="none" w="med" len="med"/>
          </a:ln>
        </p:spPr>
      </p:sp>
      <p:sp>
        <p:nvSpPr>
          <p:cNvPr id="19464" name="任意多边形 54315"/>
          <p:cNvSpPr/>
          <p:nvPr/>
        </p:nvSpPr>
        <p:spPr>
          <a:xfrm>
            <a:off x="1603375" y="2436813"/>
            <a:ext cx="1039813" cy="2152650"/>
          </a:xfrm>
          <a:custGeom>
            <a:avLst/>
            <a:gdLst/>
            <a:ahLst/>
            <a:cxnLst/>
            <a:pathLst>
              <a:path w="336" h="1112">
                <a:moveTo>
                  <a:pt x="0" y="0"/>
                </a:moveTo>
                <a:cubicBezTo>
                  <a:pt x="44" y="500"/>
                  <a:pt x="88" y="1000"/>
                  <a:pt x="144" y="1056"/>
                </a:cubicBezTo>
                <a:cubicBezTo>
                  <a:pt x="200" y="1112"/>
                  <a:pt x="268" y="724"/>
                  <a:pt x="336" y="336"/>
                </a:cubicBez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9465" name="任意多边形 54316"/>
          <p:cNvSpPr/>
          <p:nvPr/>
        </p:nvSpPr>
        <p:spPr>
          <a:xfrm>
            <a:off x="2641600" y="2968625"/>
            <a:ext cx="1039813" cy="1447800"/>
          </a:xfrm>
          <a:custGeom>
            <a:avLst/>
            <a:gdLst/>
            <a:ahLst/>
            <a:cxnLst/>
            <a:pathLst>
              <a:path w="336" h="808">
                <a:moveTo>
                  <a:pt x="0" y="0"/>
                </a:moveTo>
                <a:cubicBezTo>
                  <a:pt x="32" y="276"/>
                  <a:pt x="64" y="552"/>
                  <a:pt x="96" y="672"/>
                </a:cubicBezTo>
                <a:cubicBezTo>
                  <a:pt x="128" y="792"/>
                  <a:pt x="152" y="808"/>
                  <a:pt x="192" y="720"/>
                </a:cubicBezTo>
                <a:cubicBezTo>
                  <a:pt x="232" y="632"/>
                  <a:pt x="312" y="240"/>
                  <a:pt x="336" y="144"/>
                </a:cubicBez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9466" name="任意多边形 54317"/>
          <p:cNvSpPr/>
          <p:nvPr/>
        </p:nvSpPr>
        <p:spPr>
          <a:xfrm>
            <a:off x="3681413" y="3211513"/>
            <a:ext cx="1038225" cy="1033462"/>
          </a:xfrm>
          <a:custGeom>
            <a:avLst/>
            <a:gdLst/>
            <a:ahLst/>
            <a:cxnLst/>
            <a:pathLst>
              <a:path w="336" h="808">
                <a:moveTo>
                  <a:pt x="0" y="0"/>
                </a:moveTo>
                <a:cubicBezTo>
                  <a:pt x="32" y="276"/>
                  <a:pt x="64" y="552"/>
                  <a:pt x="96" y="672"/>
                </a:cubicBezTo>
                <a:cubicBezTo>
                  <a:pt x="128" y="792"/>
                  <a:pt x="152" y="808"/>
                  <a:pt x="192" y="720"/>
                </a:cubicBezTo>
                <a:cubicBezTo>
                  <a:pt x="232" y="632"/>
                  <a:pt x="312" y="240"/>
                  <a:pt x="336" y="144"/>
                </a:cubicBez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9467" name="任意多边形 54318"/>
          <p:cNvSpPr/>
          <p:nvPr/>
        </p:nvSpPr>
        <p:spPr>
          <a:xfrm>
            <a:off x="4719638" y="3311525"/>
            <a:ext cx="1038225" cy="762000"/>
          </a:xfrm>
          <a:custGeom>
            <a:avLst/>
            <a:gdLst/>
            <a:ahLst/>
            <a:cxnLst/>
            <a:pathLst>
              <a:path w="336" h="808">
                <a:moveTo>
                  <a:pt x="0" y="0"/>
                </a:moveTo>
                <a:cubicBezTo>
                  <a:pt x="32" y="276"/>
                  <a:pt x="64" y="552"/>
                  <a:pt x="96" y="672"/>
                </a:cubicBezTo>
                <a:cubicBezTo>
                  <a:pt x="128" y="792"/>
                  <a:pt x="152" y="808"/>
                  <a:pt x="192" y="720"/>
                </a:cubicBezTo>
                <a:cubicBezTo>
                  <a:pt x="232" y="632"/>
                  <a:pt x="312" y="240"/>
                  <a:pt x="336" y="144"/>
                </a:cubicBez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9468" name="文本框 54320"/>
          <p:cNvSpPr txBox="1"/>
          <p:nvPr/>
        </p:nvSpPr>
        <p:spPr>
          <a:xfrm>
            <a:off x="2484438" y="4846638"/>
            <a:ext cx="750887" cy="412750"/>
          </a:xfrm>
          <a:prstGeom prst="rect">
            <a:avLst/>
          </a:prstGeom>
          <a:noFill/>
          <a:ln w="9525">
            <a:noFill/>
          </a:ln>
        </p:spPr>
        <p:txBody>
          <a:bodyPr lIns="0" tIns="0" rIns="0" bIns="0" anchor="t">
            <a:spAutoFit/>
          </a:bodyPr>
          <a:p>
            <a:pPr algn="ctr"/>
            <a:endParaRPr lang="zh-CN" altLang="en-US" dirty="0">
              <a:latin typeface="Times New Roman" panose="02020603050405020304" pitchFamily="18" charset="0"/>
              <a:ea typeface="宋体" panose="02010600030101010101" pitchFamily="2" charset="-122"/>
            </a:endParaRPr>
          </a:p>
        </p:txBody>
      </p:sp>
      <p:sp>
        <p:nvSpPr>
          <p:cNvPr id="19469" name="文本框 54326"/>
          <p:cNvSpPr txBox="1"/>
          <p:nvPr/>
        </p:nvSpPr>
        <p:spPr>
          <a:xfrm>
            <a:off x="7242175" y="3598863"/>
            <a:ext cx="889000" cy="368300"/>
          </a:xfrm>
          <a:prstGeom prst="rect">
            <a:avLst/>
          </a:prstGeom>
          <a:noFill/>
          <a:ln w="9525">
            <a:noFill/>
          </a:ln>
        </p:spPr>
        <p:txBody>
          <a:bodyPr anchor="t">
            <a:spAutoFit/>
          </a:bodyPr>
          <a:p>
            <a:pPr algn="ctr">
              <a:spcBef>
                <a:spcPct val="50000"/>
              </a:spcBef>
            </a:pPr>
            <a:r>
              <a:rPr lang="en-US" altLang="zh-CN">
                <a:latin typeface="Times New Roman" panose="02020603050405020304" pitchFamily="18" charset="0"/>
                <a:ea typeface="宋体" panose="02010600030101010101" pitchFamily="2" charset="-122"/>
              </a:rPr>
              <a:t>L</a:t>
            </a:r>
            <a:endParaRPr lang="en-US" altLang="zh-CN">
              <a:latin typeface="Times New Roman" panose="02020603050405020304" pitchFamily="18" charset="0"/>
              <a:ea typeface="宋体" panose="02010600030101010101" pitchFamily="2" charset="-122"/>
            </a:endParaRPr>
          </a:p>
        </p:txBody>
      </p:sp>
      <p:sp>
        <p:nvSpPr>
          <p:cNvPr id="19470" name="文本框 54327"/>
          <p:cNvSpPr txBox="1"/>
          <p:nvPr/>
        </p:nvSpPr>
        <p:spPr>
          <a:xfrm>
            <a:off x="1239838" y="1662113"/>
            <a:ext cx="1185862" cy="368300"/>
          </a:xfrm>
          <a:prstGeom prst="rect">
            <a:avLst/>
          </a:prstGeom>
          <a:noFill/>
          <a:ln w="9525">
            <a:noFill/>
          </a:ln>
        </p:spPr>
        <p:txBody>
          <a:bodyPr anchor="t">
            <a:spAutoFit/>
          </a:bodyPr>
          <a:p>
            <a:pPr algn="ctr">
              <a:spcBef>
                <a:spcPct val="50000"/>
              </a:spcBef>
            </a:pPr>
            <a:r>
              <a:rPr lang="en-US" altLang="zh-CN">
                <a:latin typeface="Times New Roman" panose="02020603050405020304" pitchFamily="18" charset="0"/>
                <a:ea typeface="宋体" panose="02010600030101010101" pitchFamily="2" charset="-122"/>
              </a:rPr>
              <a:t>p</a:t>
            </a:r>
            <a:endParaRPr lang="en-US" altLang="zh-CN">
              <a:latin typeface="Times New Roman" panose="02020603050405020304" pitchFamily="18" charset="0"/>
              <a:ea typeface="宋体" panose="02010600030101010101" pitchFamily="2" charset="-122"/>
            </a:endParaRPr>
          </a:p>
        </p:txBody>
      </p:sp>
      <p:sp useBgFill="1">
        <p:nvSpPr>
          <p:cNvPr id="19471" name="椭圆形标注 54328"/>
          <p:cNvSpPr/>
          <p:nvPr/>
        </p:nvSpPr>
        <p:spPr>
          <a:xfrm>
            <a:off x="2641600" y="2436813"/>
            <a:ext cx="2225675" cy="515937"/>
          </a:xfrm>
          <a:prstGeom prst="wedgeEllipseCallout">
            <a:avLst>
              <a:gd name="adj1" fmla="val -47500"/>
              <a:gd name="adj2" fmla="val 66667"/>
            </a:avLst>
          </a:prstGeom>
          <a:ln w="9525" cap="flat" cmpd="sng">
            <a:solidFill>
              <a:schemeClr val="tx1"/>
            </a:solidFill>
            <a:prstDash val="solid"/>
            <a:miter/>
            <a:headEnd type="none" w="med" len="med"/>
            <a:tailEnd type="none" w="med" len="med"/>
          </a:ln>
        </p:spPr>
        <p:txBody>
          <a:bodyPr lIns="36000" tIns="36000" rIns="36000" bIns="36000" anchor="ctr"/>
          <a:p>
            <a:pPr algn="ctr"/>
            <a:r>
              <a:rPr lang="zh-CN" altLang="en-US" dirty="0">
                <a:latin typeface="Times New Roman" panose="02020603050405020304" pitchFamily="18" charset="0"/>
                <a:ea typeface="宋体" panose="02010600030101010101" pitchFamily="2" charset="-122"/>
              </a:rPr>
              <a:t>波腹</a:t>
            </a:r>
            <a:endParaRPr lang="zh-CN" altLang="en-US" dirty="0">
              <a:latin typeface="Times New Roman" panose="02020603050405020304" pitchFamily="18" charset="0"/>
              <a:ea typeface="宋体" panose="02010600030101010101" pitchFamily="2" charset="-122"/>
            </a:endParaRPr>
          </a:p>
        </p:txBody>
      </p:sp>
      <p:sp>
        <p:nvSpPr>
          <p:cNvPr id="19472" name="直接连接符 54329"/>
          <p:cNvSpPr/>
          <p:nvPr/>
        </p:nvSpPr>
        <p:spPr>
          <a:xfrm>
            <a:off x="1603375" y="2351088"/>
            <a:ext cx="1039813" cy="347662"/>
          </a:xfrm>
          <a:prstGeom prst="line">
            <a:avLst/>
          </a:prstGeom>
          <a:ln w="9525" cap="flat" cmpd="sng">
            <a:solidFill>
              <a:schemeClr val="tx1"/>
            </a:solidFill>
            <a:prstDash val="dash"/>
            <a:round/>
            <a:headEnd type="none" w="med" len="med"/>
            <a:tailEnd type="none" w="med" len="med"/>
          </a:ln>
        </p:spPr>
      </p:sp>
      <p:sp>
        <p:nvSpPr>
          <p:cNvPr id="19473" name="直接连接符 54330"/>
          <p:cNvSpPr/>
          <p:nvPr/>
        </p:nvSpPr>
        <p:spPr>
          <a:xfrm flipV="1">
            <a:off x="3681413" y="2952750"/>
            <a:ext cx="0" cy="344488"/>
          </a:xfrm>
          <a:prstGeom prst="line">
            <a:avLst/>
          </a:prstGeom>
          <a:ln w="9525" cap="flat" cmpd="sng">
            <a:solidFill>
              <a:schemeClr val="tx1"/>
            </a:solidFill>
            <a:prstDash val="dash"/>
            <a:round/>
            <a:headEnd type="none" w="med" len="med"/>
            <a:tailEnd type="none" w="med" len="med"/>
          </a:ln>
        </p:spPr>
      </p:sp>
      <p:sp>
        <p:nvSpPr>
          <p:cNvPr id="19474" name="直接连接符 54331"/>
          <p:cNvSpPr/>
          <p:nvPr/>
        </p:nvSpPr>
        <p:spPr>
          <a:xfrm flipH="1" flipV="1">
            <a:off x="4289425" y="3038475"/>
            <a:ext cx="430213" cy="431800"/>
          </a:xfrm>
          <a:prstGeom prst="line">
            <a:avLst/>
          </a:prstGeom>
          <a:ln w="9525" cap="flat" cmpd="sng">
            <a:solidFill>
              <a:schemeClr val="tx1"/>
            </a:solidFill>
            <a:prstDash val="dash"/>
            <a:round/>
            <a:headEnd type="none" w="med" len="med"/>
            <a:tailEnd type="none" w="med" len="med"/>
          </a:ln>
        </p:spPr>
      </p:sp>
      <p:sp>
        <p:nvSpPr>
          <p:cNvPr id="19475" name="直接连接符 54332"/>
          <p:cNvSpPr/>
          <p:nvPr/>
        </p:nvSpPr>
        <p:spPr>
          <a:xfrm flipH="1" flipV="1">
            <a:off x="4719638" y="2867025"/>
            <a:ext cx="1038225" cy="603250"/>
          </a:xfrm>
          <a:prstGeom prst="line">
            <a:avLst/>
          </a:prstGeom>
          <a:ln w="9525" cap="rnd" cmpd="sng">
            <a:solidFill>
              <a:schemeClr val="tx1"/>
            </a:solidFill>
            <a:prstDash val="sysDot"/>
            <a:round/>
            <a:headEnd type="none" w="med" len="med"/>
            <a:tailEnd type="none" w="med" len="med"/>
          </a:ln>
        </p:spPr>
      </p:sp>
      <p:sp useBgFill="1">
        <p:nvSpPr>
          <p:cNvPr id="19476" name="线形标注 1 54344"/>
          <p:cNvSpPr/>
          <p:nvPr/>
        </p:nvSpPr>
        <p:spPr>
          <a:xfrm>
            <a:off x="6261100" y="3916363"/>
            <a:ext cx="1128713" cy="688975"/>
          </a:xfrm>
          <a:prstGeom prst="borderCallout1">
            <a:avLst>
              <a:gd name="adj1" fmla="val 18750"/>
              <a:gd name="adj2" fmla="val -13153"/>
              <a:gd name="adj3" fmla="val 18231"/>
              <a:gd name="adj4" fmla="val -95616"/>
            </a:avLst>
          </a:prstGeom>
          <a:ln w="9525" cap="flat" cmpd="sng">
            <a:solidFill>
              <a:schemeClr val="tx1"/>
            </a:solidFill>
            <a:prstDash val="solid"/>
            <a:miter/>
            <a:headEnd type="none" w="med" len="med"/>
            <a:tailEnd type="none" w="med" len="med"/>
          </a:ln>
        </p:spPr>
        <p:txBody>
          <a:bodyPr anchor="ctr"/>
          <a:p>
            <a:pPr algn="ctr"/>
            <a:r>
              <a:rPr lang="zh-CN" altLang="en-US" dirty="0">
                <a:latin typeface="Times New Roman" panose="02020603050405020304" pitchFamily="18" charset="0"/>
                <a:ea typeface="宋体" panose="02010600030101010101" pitchFamily="2" charset="-122"/>
              </a:rPr>
              <a:t>波节</a:t>
            </a:r>
            <a:endParaRPr lang="zh-CN" altLang="en-US" dirty="0">
              <a:latin typeface="Times New Roman" panose="02020603050405020304" pitchFamily="18" charset="0"/>
              <a:ea typeface="宋体" panose="02010600030101010101" pitchFamily="2" charset="-122"/>
            </a:endParaRPr>
          </a:p>
        </p:txBody>
      </p:sp>
      <p:sp>
        <p:nvSpPr>
          <p:cNvPr id="19477" name="直接连接符 54345"/>
          <p:cNvSpPr/>
          <p:nvPr/>
        </p:nvSpPr>
        <p:spPr>
          <a:xfrm>
            <a:off x="2049463" y="4502150"/>
            <a:ext cx="4302125" cy="0"/>
          </a:xfrm>
          <a:prstGeom prst="line">
            <a:avLst/>
          </a:prstGeom>
          <a:ln w="9525" cap="rnd" cmpd="sng">
            <a:solidFill>
              <a:schemeClr val="tx1"/>
            </a:solidFill>
            <a:prstDash val="sysDot"/>
            <a:round/>
            <a:headEnd type="none" w="med" len="med"/>
            <a:tailEnd type="none" w="med" len="med"/>
          </a:ln>
        </p:spPr>
      </p:sp>
      <p:sp>
        <p:nvSpPr>
          <p:cNvPr id="19478" name="直接连接符 54346"/>
          <p:cNvSpPr/>
          <p:nvPr/>
        </p:nvSpPr>
        <p:spPr>
          <a:xfrm>
            <a:off x="3087688" y="4330700"/>
            <a:ext cx="3263900" cy="0"/>
          </a:xfrm>
          <a:prstGeom prst="line">
            <a:avLst/>
          </a:prstGeom>
          <a:ln w="9525" cap="rnd" cmpd="sng">
            <a:solidFill>
              <a:schemeClr val="tx1"/>
            </a:solidFill>
            <a:prstDash val="sysDot"/>
            <a:round/>
            <a:headEnd type="none" w="med" len="med"/>
            <a:tailEnd type="none" w="med" len="med"/>
          </a:ln>
        </p:spPr>
      </p:sp>
      <p:sp>
        <p:nvSpPr>
          <p:cNvPr id="19479" name="直接连接符 54347"/>
          <p:cNvSpPr/>
          <p:nvPr/>
        </p:nvSpPr>
        <p:spPr>
          <a:xfrm>
            <a:off x="4125913" y="4159250"/>
            <a:ext cx="2078037" cy="0"/>
          </a:xfrm>
          <a:prstGeom prst="line">
            <a:avLst/>
          </a:prstGeom>
          <a:ln w="9525" cap="rnd" cmpd="sng">
            <a:solidFill>
              <a:schemeClr val="tx1"/>
            </a:solidFill>
            <a:prstDash val="sysDot"/>
            <a:round/>
            <a:headEnd type="none" w="med" len="med"/>
            <a:tailEnd type="none" w="med" len="med"/>
          </a:ln>
        </p:spPr>
      </p:sp>
      <p:grpSp>
        <p:nvGrpSpPr>
          <p:cNvPr id="19480" name="组合 3"/>
          <p:cNvGrpSpPr/>
          <p:nvPr/>
        </p:nvGrpSpPr>
        <p:grpSpPr>
          <a:xfrm>
            <a:off x="2332038" y="4684713"/>
            <a:ext cx="3900487" cy="941387"/>
            <a:chOff x="4100" y="3338"/>
            <a:chExt cx="7658" cy="1482"/>
          </a:xfrm>
        </p:grpSpPr>
        <p:grpSp>
          <p:nvGrpSpPr>
            <p:cNvPr id="19481" name="Group 6"/>
            <p:cNvGrpSpPr/>
            <p:nvPr/>
          </p:nvGrpSpPr>
          <p:grpSpPr>
            <a:xfrm>
              <a:off x="4160" y="3417"/>
              <a:ext cx="7397" cy="1202"/>
              <a:chOff x="1460" y="2612"/>
              <a:chExt cx="2959" cy="481"/>
            </a:xfrm>
          </p:grpSpPr>
          <p:sp>
            <p:nvSpPr>
              <p:cNvPr id="19482" name="Rectangle 7"/>
              <p:cNvSpPr/>
              <p:nvPr/>
            </p:nvSpPr>
            <p:spPr>
              <a:xfrm>
                <a:off x="1673" y="2612"/>
                <a:ext cx="2501" cy="481"/>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9483" name="Group 8"/>
              <p:cNvGrpSpPr/>
              <p:nvPr/>
            </p:nvGrpSpPr>
            <p:grpSpPr>
              <a:xfrm>
                <a:off x="1681" y="2648"/>
                <a:ext cx="841" cy="208"/>
                <a:chOff x="2107" y="3500"/>
                <a:chExt cx="841" cy="208"/>
              </a:xfrm>
            </p:grpSpPr>
            <p:sp>
              <p:nvSpPr>
                <p:cNvPr id="19484" name="Freeform 9"/>
                <p:cNvSpPr/>
                <p:nvPr/>
              </p:nvSpPr>
              <p:spPr>
                <a:xfrm flipV="1">
                  <a:off x="2116" y="350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DDDDDD"/>
                    </a:gs>
                    <a:gs pos="100000">
                      <a:srgbClr val="5F5F5F"/>
                    </a:gs>
                  </a:gsLst>
                  <a:lin ang="5400000" scaled="1"/>
                  <a:tileRect/>
                </a:gradFill>
                <a:ln w="9525">
                  <a:noFill/>
                </a:ln>
              </p:spPr>
              <p:txBody>
                <a:bodyPr/>
                <a:p>
                  <a:endParaRPr lang="zh-CN" altLang="en-US"/>
                </a:p>
              </p:txBody>
            </p:sp>
            <p:sp>
              <p:nvSpPr>
                <p:cNvPr id="19485" name="Freeform 10"/>
                <p:cNvSpPr/>
                <p:nvPr/>
              </p:nvSpPr>
              <p:spPr>
                <a:xfrm flipV="1">
                  <a:off x="2107" y="3573"/>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DDDDDD"/>
                    </a:gs>
                    <a:gs pos="100000">
                      <a:srgbClr val="777777"/>
                    </a:gs>
                  </a:gsLst>
                  <a:lin ang="5400000" scaled="1"/>
                  <a:tileRect/>
                </a:gradFill>
                <a:ln w="9525">
                  <a:noFill/>
                </a:ln>
              </p:spPr>
              <p:txBody>
                <a:bodyPr/>
                <a:p>
                  <a:endParaRPr lang="zh-CN" altLang="en-US"/>
                </a:p>
              </p:txBody>
            </p:sp>
            <p:sp>
              <p:nvSpPr>
                <p:cNvPr id="19486" name="Freeform 11"/>
                <p:cNvSpPr/>
                <p:nvPr/>
              </p:nvSpPr>
              <p:spPr>
                <a:xfrm flipV="1">
                  <a:off x="2120" y="3638"/>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EAEAEA"/>
                    </a:gs>
                    <a:gs pos="100000">
                      <a:srgbClr val="969696"/>
                    </a:gs>
                  </a:gsLst>
                  <a:lin ang="5400000" scaled="1"/>
                  <a:tileRect/>
                </a:gradFill>
                <a:ln w="9525">
                  <a:noFill/>
                </a:ln>
              </p:spPr>
              <p:txBody>
                <a:bodyPr/>
                <a:p>
                  <a:endParaRPr lang="zh-CN" altLang="en-US"/>
                </a:p>
              </p:txBody>
            </p:sp>
          </p:grpSp>
          <p:grpSp>
            <p:nvGrpSpPr>
              <p:cNvPr id="19487" name="Group 12"/>
              <p:cNvGrpSpPr/>
              <p:nvPr/>
            </p:nvGrpSpPr>
            <p:grpSpPr>
              <a:xfrm>
                <a:off x="2501" y="2835"/>
                <a:ext cx="841" cy="208"/>
                <a:chOff x="2501" y="2835"/>
                <a:chExt cx="841" cy="208"/>
              </a:xfrm>
            </p:grpSpPr>
            <p:sp>
              <p:nvSpPr>
                <p:cNvPr id="19488" name="Freeform 13"/>
                <p:cNvSpPr/>
                <p:nvPr/>
              </p:nvSpPr>
              <p:spPr>
                <a:xfrm>
                  <a:off x="2510" y="284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5F5F5F"/>
                    </a:gs>
                    <a:gs pos="100000">
                      <a:srgbClr val="DDDDDD"/>
                    </a:gs>
                  </a:gsLst>
                  <a:lin ang="5400000" scaled="1"/>
                  <a:tileRect/>
                </a:gradFill>
                <a:ln w="9525">
                  <a:noFill/>
                </a:ln>
              </p:spPr>
              <p:txBody>
                <a:bodyPr/>
                <a:p>
                  <a:endParaRPr lang="zh-CN" altLang="en-US"/>
                </a:p>
              </p:txBody>
            </p:sp>
            <p:sp>
              <p:nvSpPr>
                <p:cNvPr id="19489" name="Freeform 14"/>
                <p:cNvSpPr/>
                <p:nvPr/>
              </p:nvSpPr>
              <p:spPr>
                <a:xfrm>
                  <a:off x="2501" y="2835"/>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777777"/>
                    </a:gs>
                    <a:gs pos="100000">
                      <a:srgbClr val="DDDDDD"/>
                    </a:gs>
                  </a:gsLst>
                  <a:lin ang="5400000" scaled="1"/>
                  <a:tileRect/>
                </a:gradFill>
                <a:ln w="9525">
                  <a:noFill/>
                </a:ln>
              </p:spPr>
              <p:txBody>
                <a:bodyPr/>
                <a:p>
                  <a:endParaRPr lang="zh-CN" altLang="en-US"/>
                </a:p>
              </p:txBody>
            </p:sp>
            <p:sp>
              <p:nvSpPr>
                <p:cNvPr id="19490" name="Freeform 15"/>
                <p:cNvSpPr/>
                <p:nvPr/>
              </p:nvSpPr>
              <p:spPr>
                <a:xfrm>
                  <a:off x="2514" y="2842"/>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969696"/>
                    </a:gs>
                    <a:gs pos="100000">
                      <a:srgbClr val="EAEAEA"/>
                    </a:gs>
                  </a:gsLst>
                  <a:lin ang="5400000" scaled="1"/>
                  <a:tileRect/>
                </a:gradFill>
                <a:ln w="9525">
                  <a:noFill/>
                </a:ln>
              </p:spPr>
              <p:txBody>
                <a:bodyPr/>
                <a:p>
                  <a:endParaRPr lang="zh-CN" altLang="en-US"/>
                </a:p>
              </p:txBody>
            </p:sp>
          </p:grpSp>
          <p:grpSp>
            <p:nvGrpSpPr>
              <p:cNvPr id="19491" name="Group 16"/>
              <p:cNvGrpSpPr/>
              <p:nvPr/>
            </p:nvGrpSpPr>
            <p:grpSpPr>
              <a:xfrm>
                <a:off x="3355" y="2642"/>
                <a:ext cx="841" cy="208"/>
                <a:chOff x="2107" y="3500"/>
                <a:chExt cx="841" cy="208"/>
              </a:xfrm>
            </p:grpSpPr>
            <p:sp>
              <p:nvSpPr>
                <p:cNvPr id="19492" name="Freeform 17"/>
                <p:cNvSpPr/>
                <p:nvPr/>
              </p:nvSpPr>
              <p:spPr>
                <a:xfrm flipV="1">
                  <a:off x="2116" y="350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DDDDDD"/>
                    </a:gs>
                    <a:gs pos="100000">
                      <a:srgbClr val="5F5F5F"/>
                    </a:gs>
                  </a:gsLst>
                  <a:lin ang="5400000" scaled="1"/>
                  <a:tileRect/>
                </a:gradFill>
                <a:ln w="9525">
                  <a:noFill/>
                </a:ln>
              </p:spPr>
              <p:txBody>
                <a:bodyPr/>
                <a:p>
                  <a:endParaRPr lang="zh-CN" altLang="en-US"/>
                </a:p>
              </p:txBody>
            </p:sp>
            <p:sp>
              <p:nvSpPr>
                <p:cNvPr id="19493" name="Freeform 18"/>
                <p:cNvSpPr/>
                <p:nvPr/>
              </p:nvSpPr>
              <p:spPr>
                <a:xfrm flipV="1">
                  <a:off x="2107" y="3573"/>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DDDDDD"/>
                    </a:gs>
                    <a:gs pos="100000">
                      <a:srgbClr val="777777"/>
                    </a:gs>
                  </a:gsLst>
                  <a:lin ang="5400000" scaled="1"/>
                  <a:tileRect/>
                </a:gradFill>
                <a:ln w="9525">
                  <a:noFill/>
                </a:ln>
              </p:spPr>
              <p:txBody>
                <a:bodyPr/>
                <a:p>
                  <a:endParaRPr lang="zh-CN" altLang="en-US"/>
                </a:p>
              </p:txBody>
            </p:sp>
            <p:sp>
              <p:nvSpPr>
                <p:cNvPr id="19494" name="Freeform 19"/>
                <p:cNvSpPr/>
                <p:nvPr/>
              </p:nvSpPr>
              <p:spPr>
                <a:xfrm flipV="1">
                  <a:off x="2120" y="3638"/>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EAEAEA"/>
                    </a:gs>
                    <a:gs pos="100000">
                      <a:srgbClr val="969696"/>
                    </a:gs>
                  </a:gsLst>
                  <a:lin ang="5400000" scaled="1"/>
                  <a:tileRect/>
                </a:gradFill>
                <a:ln w="9525">
                  <a:noFill/>
                </a:ln>
              </p:spPr>
              <p:txBody>
                <a:bodyPr/>
                <a:p>
                  <a:endParaRPr lang="zh-CN" altLang="en-US"/>
                </a:p>
              </p:txBody>
            </p:sp>
          </p:grpSp>
          <p:sp>
            <p:nvSpPr>
              <p:cNvPr id="19495" name="Line 20"/>
              <p:cNvSpPr/>
              <p:nvPr/>
            </p:nvSpPr>
            <p:spPr>
              <a:xfrm flipV="1">
                <a:off x="1460" y="2841"/>
                <a:ext cx="2959" cy="0"/>
              </a:xfrm>
              <a:prstGeom prst="line">
                <a:avLst/>
              </a:prstGeom>
              <a:ln w="9525" cap="flat" cmpd="sng">
                <a:solidFill>
                  <a:schemeClr val="tx1"/>
                </a:solidFill>
                <a:prstDash val="solid"/>
                <a:round/>
                <a:headEnd type="none" w="med" len="med"/>
                <a:tailEnd type="none" w="med" len="med"/>
              </a:ln>
            </p:spPr>
          </p:sp>
        </p:grpSp>
        <p:sp>
          <p:nvSpPr>
            <p:cNvPr id="19496" name="Rectangle 21"/>
            <p:cNvSpPr/>
            <p:nvPr/>
          </p:nvSpPr>
          <p:spPr>
            <a:xfrm>
              <a:off x="4712" y="3340"/>
              <a:ext cx="6232" cy="1322"/>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9497" name="Group 22"/>
            <p:cNvGrpSpPr/>
            <p:nvPr/>
          </p:nvGrpSpPr>
          <p:grpSpPr>
            <a:xfrm>
              <a:off x="4100" y="3340"/>
              <a:ext cx="7515" cy="1282"/>
              <a:chOff x="1444" y="3093"/>
              <a:chExt cx="3006" cy="513"/>
            </a:xfrm>
          </p:grpSpPr>
          <p:sp>
            <p:nvSpPr>
              <p:cNvPr id="19498" name="Rectangle 23"/>
              <p:cNvSpPr/>
              <p:nvPr/>
            </p:nvSpPr>
            <p:spPr>
              <a:xfrm>
                <a:off x="1681" y="3093"/>
                <a:ext cx="2493" cy="513"/>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9499" name="Group 24"/>
              <p:cNvGrpSpPr/>
              <p:nvPr/>
            </p:nvGrpSpPr>
            <p:grpSpPr>
              <a:xfrm>
                <a:off x="1689" y="3340"/>
                <a:ext cx="841" cy="208"/>
                <a:chOff x="2501" y="2835"/>
                <a:chExt cx="841" cy="208"/>
              </a:xfrm>
            </p:grpSpPr>
            <p:sp>
              <p:nvSpPr>
                <p:cNvPr id="19500" name="Freeform 25"/>
                <p:cNvSpPr/>
                <p:nvPr/>
              </p:nvSpPr>
              <p:spPr>
                <a:xfrm>
                  <a:off x="2510" y="284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5F5F5F"/>
                    </a:gs>
                    <a:gs pos="100000">
                      <a:srgbClr val="DDDDDD"/>
                    </a:gs>
                  </a:gsLst>
                  <a:lin ang="5400000" scaled="1"/>
                  <a:tileRect/>
                </a:gradFill>
                <a:ln w="9525">
                  <a:noFill/>
                </a:ln>
              </p:spPr>
              <p:txBody>
                <a:bodyPr/>
                <a:p>
                  <a:endParaRPr lang="zh-CN" altLang="en-US"/>
                </a:p>
              </p:txBody>
            </p:sp>
            <p:sp>
              <p:nvSpPr>
                <p:cNvPr id="19501" name="Freeform 26"/>
                <p:cNvSpPr/>
                <p:nvPr/>
              </p:nvSpPr>
              <p:spPr>
                <a:xfrm>
                  <a:off x="2501" y="2835"/>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777777"/>
                    </a:gs>
                    <a:gs pos="100000">
                      <a:srgbClr val="DDDDDD"/>
                    </a:gs>
                  </a:gsLst>
                  <a:lin ang="5400000" scaled="1"/>
                  <a:tileRect/>
                </a:gradFill>
                <a:ln w="9525">
                  <a:noFill/>
                </a:ln>
              </p:spPr>
              <p:txBody>
                <a:bodyPr/>
                <a:p>
                  <a:endParaRPr lang="zh-CN" altLang="en-US"/>
                </a:p>
              </p:txBody>
            </p:sp>
            <p:sp>
              <p:nvSpPr>
                <p:cNvPr id="19502" name="Freeform 27"/>
                <p:cNvSpPr/>
                <p:nvPr/>
              </p:nvSpPr>
              <p:spPr>
                <a:xfrm>
                  <a:off x="2514" y="2842"/>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969696"/>
                    </a:gs>
                    <a:gs pos="100000">
                      <a:srgbClr val="EAEAEA"/>
                    </a:gs>
                  </a:gsLst>
                  <a:lin ang="5400000" scaled="1"/>
                  <a:tileRect/>
                </a:gradFill>
                <a:ln w="9525">
                  <a:noFill/>
                </a:ln>
              </p:spPr>
              <p:txBody>
                <a:bodyPr/>
                <a:p>
                  <a:endParaRPr lang="zh-CN" altLang="en-US"/>
                </a:p>
              </p:txBody>
            </p:sp>
          </p:grpSp>
          <p:grpSp>
            <p:nvGrpSpPr>
              <p:cNvPr id="19503" name="Group 28"/>
              <p:cNvGrpSpPr/>
              <p:nvPr/>
            </p:nvGrpSpPr>
            <p:grpSpPr>
              <a:xfrm>
                <a:off x="2526" y="3146"/>
                <a:ext cx="841" cy="208"/>
                <a:chOff x="2107" y="3500"/>
                <a:chExt cx="841" cy="208"/>
              </a:xfrm>
            </p:grpSpPr>
            <p:sp>
              <p:nvSpPr>
                <p:cNvPr id="19504" name="Freeform 29"/>
                <p:cNvSpPr/>
                <p:nvPr/>
              </p:nvSpPr>
              <p:spPr>
                <a:xfrm flipV="1">
                  <a:off x="2116" y="350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DDDDDD"/>
                    </a:gs>
                    <a:gs pos="100000">
                      <a:srgbClr val="5F5F5F"/>
                    </a:gs>
                  </a:gsLst>
                  <a:lin ang="5400000" scaled="1"/>
                  <a:tileRect/>
                </a:gradFill>
                <a:ln w="9525">
                  <a:noFill/>
                </a:ln>
              </p:spPr>
              <p:txBody>
                <a:bodyPr/>
                <a:p>
                  <a:endParaRPr lang="zh-CN" altLang="en-US"/>
                </a:p>
              </p:txBody>
            </p:sp>
            <p:sp>
              <p:nvSpPr>
                <p:cNvPr id="19505" name="Freeform 30"/>
                <p:cNvSpPr/>
                <p:nvPr/>
              </p:nvSpPr>
              <p:spPr>
                <a:xfrm flipV="1">
                  <a:off x="2107" y="3573"/>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DDDDDD"/>
                    </a:gs>
                    <a:gs pos="100000">
                      <a:srgbClr val="777777"/>
                    </a:gs>
                  </a:gsLst>
                  <a:lin ang="5400000" scaled="1"/>
                  <a:tileRect/>
                </a:gradFill>
                <a:ln w="9525">
                  <a:noFill/>
                </a:ln>
              </p:spPr>
              <p:txBody>
                <a:bodyPr/>
                <a:p>
                  <a:endParaRPr lang="zh-CN" altLang="en-US"/>
                </a:p>
              </p:txBody>
            </p:sp>
            <p:sp>
              <p:nvSpPr>
                <p:cNvPr id="19506" name="Freeform 31"/>
                <p:cNvSpPr/>
                <p:nvPr/>
              </p:nvSpPr>
              <p:spPr>
                <a:xfrm flipV="1">
                  <a:off x="2120" y="3638"/>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EAEAEA"/>
                    </a:gs>
                    <a:gs pos="100000">
                      <a:srgbClr val="969696"/>
                    </a:gs>
                  </a:gsLst>
                  <a:lin ang="5400000" scaled="1"/>
                  <a:tileRect/>
                </a:gradFill>
                <a:ln w="9525">
                  <a:noFill/>
                </a:ln>
              </p:spPr>
              <p:txBody>
                <a:bodyPr/>
                <a:p>
                  <a:endParaRPr lang="zh-CN" altLang="en-US"/>
                </a:p>
              </p:txBody>
            </p:sp>
          </p:grpSp>
          <p:grpSp>
            <p:nvGrpSpPr>
              <p:cNvPr id="19507" name="Group 32"/>
              <p:cNvGrpSpPr/>
              <p:nvPr/>
            </p:nvGrpSpPr>
            <p:grpSpPr>
              <a:xfrm>
                <a:off x="3347" y="3349"/>
                <a:ext cx="841" cy="208"/>
                <a:chOff x="2501" y="2835"/>
                <a:chExt cx="841" cy="208"/>
              </a:xfrm>
            </p:grpSpPr>
            <p:sp>
              <p:nvSpPr>
                <p:cNvPr id="19508" name="Freeform 33"/>
                <p:cNvSpPr/>
                <p:nvPr/>
              </p:nvSpPr>
              <p:spPr>
                <a:xfrm>
                  <a:off x="2510" y="284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5F5F5F"/>
                    </a:gs>
                    <a:gs pos="100000">
                      <a:srgbClr val="DDDDDD"/>
                    </a:gs>
                  </a:gsLst>
                  <a:lin ang="5400000" scaled="1"/>
                  <a:tileRect/>
                </a:gradFill>
                <a:ln w="9525">
                  <a:noFill/>
                </a:ln>
              </p:spPr>
              <p:txBody>
                <a:bodyPr/>
                <a:p>
                  <a:endParaRPr lang="zh-CN" altLang="en-US"/>
                </a:p>
              </p:txBody>
            </p:sp>
            <p:sp>
              <p:nvSpPr>
                <p:cNvPr id="19509" name="Freeform 34"/>
                <p:cNvSpPr/>
                <p:nvPr/>
              </p:nvSpPr>
              <p:spPr>
                <a:xfrm>
                  <a:off x="2501" y="2835"/>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777777"/>
                    </a:gs>
                    <a:gs pos="100000">
                      <a:srgbClr val="DDDDDD"/>
                    </a:gs>
                  </a:gsLst>
                  <a:lin ang="5400000" scaled="1"/>
                  <a:tileRect/>
                </a:gradFill>
                <a:ln w="9525">
                  <a:noFill/>
                </a:ln>
              </p:spPr>
              <p:txBody>
                <a:bodyPr/>
                <a:p>
                  <a:endParaRPr lang="zh-CN" altLang="en-US"/>
                </a:p>
              </p:txBody>
            </p:sp>
            <p:sp>
              <p:nvSpPr>
                <p:cNvPr id="19510" name="Freeform 35"/>
                <p:cNvSpPr/>
                <p:nvPr/>
              </p:nvSpPr>
              <p:spPr>
                <a:xfrm>
                  <a:off x="2514" y="2842"/>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969696"/>
                    </a:gs>
                    <a:gs pos="100000">
                      <a:srgbClr val="EAEAEA"/>
                    </a:gs>
                  </a:gsLst>
                  <a:lin ang="5400000" scaled="1"/>
                  <a:tileRect/>
                </a:gradFill>
                <a:ln w="9525">
                  <a:noFill/>
                </a:ln>
              </p:spPr>
              <p:txBody>
                <a:bodyPr/>
                <a:p>
                  <a:endParaRPr lang="zh-CN" altLang="en-US"/>
                </a:p>
              </p:txBody>
            </p:sp>
          </p:grpSp>
          <p:sp>
            <p:nvSpPr>
              <p:cNvPr id="19511" name="Line 36"/>
              <p:cNvSpPr/>
              <p:nvPr/>
            </p:nvSpPr>
            <p:spPr>
              <a:xfrm>
                <a:off x="1444" y="3353"/>
                <a:ext cx="3006" cy="0"/>
              </a:xfrm>
              <a:prstGeom prst="line">
                <a:avLst/>
              </a:prstGeom>
              <a:ln w="9525" cap="flat" cmpd="sng">
                <a:solidFill>
                  <a:schemeClr val="tx1"/>
                </a:solidFill>
                <a:prstDash val="solid"/>
                <a:round/>
                <a:headEnd type="none" w="med" len="med"/>
                <a:tailEnd type="none" w="med" len="med"/>
              </a:ln>
            </p:spPr>
          </p:sp>
        </p:grpSp>
        <p:sp>
          <p:nvSpPr>
            <p:cNvPr id="19512" name="Rectangle 37"/>
            <p:cNvSpPr/>
            <p:nvPr/>
          </p:nvSpPr>
          <p:spPr>
            <a:xfrm>
              <a:off x="4692" y="3340"/>
              <a:ext cx="6252" cy="1242"/>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9513" name="Group 38"/>
            <p:cNvGrpSpPr/>
            <p:nvPr/>
          </p:nvGrpSpPr>
          <p:grpSpPr>
            <a:xfrm>
              <a:off x="4360" y="3617"/>
              <a:ext cx="7397" cy="1202"/>
              <a:chOff x="1460" y="2612"/>
              <a:chExt cx="2959" cy="481"/>
            </a:xfrm>
          </p:grpSpPr>
          <p:sp>
            <p:nvSpPr>
              <p:cNvPr id="19514" name="Rectangle 39"/>
              <p:cNvSpPr/>
              <p:nvPr/>
            </p:nvSpPr>
            <p:spPr>
              <a:xfrm>
                <a:off x="1673" y="2612"/>
                <a:ext cx="2501" cy="481"/>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9515" name="Group 40"/>
              <p:cNvGrpSpPr/>
              <p:nvPr/>
            </p:nvGrpSpPr>
            <p:grpSpPr>
              <a:xfrm>
                <a:off x="1681" y="2648"/>
                <a:ext cx="841" cy="208"/>
                <a:chOff x="2107" y="3500"/>
                <a:chExt cx="841" cy="208"/>
              </a:xfrm>
            </p:grpSpPr>
            <p:sp>
              <p:nvSpPr>
                <p:cNvPr id="19516" name="Freeform 41"/>
                <p:cNvSpPr/>
                <p:nvPr/>
              </p:nvSpPr>
              <p:spPr>
                <a:xfrm flipV="1">
                  <a:off x="2116" y="350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DDDDDD"/>
                    </a:gs>
                    <a:gs pos="100000">
                      <a:srgbClr val="5F5F5F"/>
                    </a:gs>
                  </a:gsLst>
                  <a:lin ang="5400000" scaled="1"/>
                  <a:tileRect/>
                </a:gradFill>
                <a:ln w="9525">
                  <a:noFill/>
                </a:ln>
              </p:spPr>
              <p:txBody>
                <a:bodyPr/>
                <a:p>
                  <a:endParaRPr lang="zh-CN" altLang="en-US"/>
                </a:p>
              </p:txBody>
            </p:sp>
            <p:sp>
              <p:nvSpPr>
                <p:cNvPr id="19517" name="Freeform 42"/>
                <p:cNvSpPr/>
                <p:nvPr/>
              </p:nvSpPr>
              <p:spPr>
                <a:xfrm flipV="1">
                  <a:off x="2107" y="3573"/>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DDDDDD"/>
                    </a:gs>
                    <a:gs pos="100000">
                      <a:srgbClr val="777777"/>
                    </a:gs>
                  </a:gsLst>
                  <a:lin ang="5400000" scaled="1"/>
                  <a:tileRect/>
                </a:gradFill>
                <a:ln w="9525">
                  <a:noFill/>
                </a:ln>
              </p:spPr>
              <p:txBody>
                <a:bodyPr/>
                <a:p>
                  <a:endParaRPr lang="zh-CN" altLang="en-US"/>
                </a:p>
              </p:txBody>
            </p:sp>
            <p:sp>
              <p:nvSpPr>
                <p:cNvPr id="19518" name="Freeform 43"/>
                <p:cNvSpPr/>
                <p:nvPr/>
              </p:nvSpPr>
              <p:spPr>
                <a:xfrm flipV="1">
                  <a:off x="2120" y="3638"/>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EAEAEA"/>
                    </a:gs>
                    <a:gs pos="100000">
                      <a:srgbClr val="969696"/>
                    </a:gs>
                  </a:gsLst>
                  <a:lin ang="5400000" scaled="1"/>
                  <a:tileRect/>
                </a:gradFill>
                <a:ln w="9525">
                  <a:noFill/>
                </a:ln>
              </p:spPr>
              <p:txBody>
                <a:bodyPr/>
                <a:p>
                  <a:endParaRPr lang="zh-CN" altLang="en-US"/>
                </a:p>
              </p:txBody>
            </p:sp>
          </p:grpSp>
          <p:grpSp>
            <p:nvGrpSpPr>
              <p:cNvPr id="19519" name="Group 44"/>
              <p:cNvGrpSpPr/>
              <p:nvPr/>
            </p:nvGrpSpPr>
            <p:grpSpPr>
              <a:xfrm>
                <a:off x="2501" y="2835"/>
                <a:ext cx="841" cy="208"/>
                <a:chOff x="2501" y="2835"/>
                <a:chExt cx="841" cy="208"/>
              </a:xfrm>
            </p:grpSpPr>
            <p:sp>
              <p:nvSpPr>
                <p:cNvPr id="19520" name="Freeform 45"/>
                <p:cNvSpPr/>
                <p:nvPr/>
              </p:nvSpPr>
              <p:spPr>
                <a:xfrm>
                  <a:off x="2510" y="284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5F5F5F"/>
                    </a:gs>
                    <a:gs pos="100000">
                      <a:srgbClr val="DDDDDD"/>
                    </a:gs>
                  </a:gsLst>
                  <a:lin ang="5400000" scaled="1"/>
                  <a:tileRect/>
                </a:gradFill>
                <a:ln w="9525">
                  <a:noFill/>
                </a:ln>
              </p:spPr>
              <p:txBody>
                <a:bodyPr/>
                <a:p>
                  <a:endParaRPr lang="zh-CN" altLang="en-US"/>
                </a:p>
              </p:txBody>
            </p:sp>
            <p:sp>
              <p:nvSpPr>
                <p:cNvPr id="19521" name="Freeform 46"/>
                <p:cNvSpPr/>
                <p:nvPr/>
              </p:nvSpPr>
              <p:spPr>
                <a:xfrm>
                  <a:off x="2501" y="2835"/>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777777"/>
                    </a:gs>
                    <a:gs pos="100000">
                      <a:srgbClr val="DDDDDD"/>
                    </a:gs>
                  </a:gsLst>
                  <a:lin ang="5400000" scaled="1"/>
                  <a:tileRect/>
                </a:gradFill>
                <a:ln w="9525">
                  <a:noFill/>
                </a:ln>
              </p:spPr>
              <p:txBody>
                <a:bodyPr/>
                <a:p>
                  <a:endParaRPr lang="zh-CN" altLang="en-US"/>
                </a:p>
              </p:txBody>
            </p:sp>
            <p:sp>
              <p:nvSpPr>
                <p:cNvPr id="19522" name="Freeform 47"/>
                <p:cNvSpPr/>
                <p:nvPr/>
              </p:nvSpPr>
              <p:spPr>
                <a:xfrm>
                  <a:off x="2514" y="2842"/>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969696"/>
                    </a:gs>
                    <a:gs pos="100000">
                      <a:srgbClr val="EAEAEA"/>
                    </a:gs>
                  </a:gsLst>
                  <a:lin ang="5400000" scaled="1"/>
                  <a:tileRect/>
                </a:gradFill>
                <a:ln w="9525">
                  <a:noFill/>
                </a:ln>
              </p:spPr>
              <p:txBody>
                <a:bodyPr/>
                <a:p>
                  <a:endParaRPr lang="zh-CN" altLang="en-US"/>
                </a:p>
              </p:txBody>
            </p:sp>
          </p:grpSp>
          <p:grpSp>
            <p:nvGrpSpPr>
              <p:cNvPr id="19523" name="Group 48"/>
              <p:cNvGrpSpPr/>
              <p:nvPr/>
            </p:nvGrpSpPr>
            <p:grpSpPr>
              <a:xfrm>
                <a:off x="3355" y="2642"/>
                <a:ext cx="841" cy="208"/>
                <a:chOff x="2107" y="3500"/>
                <a:chExt cx="841" cy="208"/>
              </a:xfrm>
            </p:grpSpPr>
            <p:sp>
              <p:nvSpPr>
                <p:cNvPr id="19524" name="Freeform 49"/>
                <p:cNvSpPr/>
                <p:nvPr/>
              </p:nvSpPr>
              <p:spPr>
                <a:xfrm flipV="1">
                  <a:off x="2116" y="350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DDDDDD"/>
                    </a:gs>
                    <a:gs pos="100000">
                      <a:srgbClr val="5F5F5F"/>
                    </a:gs>
                  </a:gsLst>
                  <a:lin ang="5400000" scaled="1"/>
                  <a:tileRect/>
                </a:gradFill>
                <a:ln w="9525">
                  <a:noFill/>
                </a:ln>
              </p:spPr>
              <p:txBody>
                <a:bodyPr/>
                <a:p>
                  <a:endParaRPr lang="zh-CN" altLang="en-US"/>
                </a:p>
              </p:txBody>
            </p:sp>
            <p:sp>
              <p:nvSpPr>
                <p:cNvPr id="19525" name="Freeform 50"/>
                <p:cNvSpPr/>
                <p:nvPr/>
              </p:nvSpPr>
              <p:spPr>
                <a:xfrm flipV="1">
                  <a:off x="2107" y="3573"/>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DDDDDD"/>
                    </a:gs>
                    <a:gs pos="100000">
                      <a:srgbClr val="777777"/>
                    </a:gs>
                  </a:gsLst>
                  <a:lin ang="5400000" scaled="1"/>
                  <a:tileRect/>
                </a:gradFill>
                <a:ln w="9525">
                  <a:noFill/>
                </a:ln>
              </p:spPr>
              <p:txBody>
                <a:bodyPr/>
                <a:p>
                  <a:endParaRPr lang="zh-CN" altLang="en-US"/>
                </a:p>
              </p:txBody>
            </p:sp>
            <p:sp>
              <p:nvSpPr>
                <p:cNvPr id="19526" name="Freeform 51"/>
                <p:cNvSpPr/>
                <p:nvPr/>
              </p:nvSpPr>
              <p:spPr>
                <a:xfrm flipV="1">
                  <a:off x="2120" y="3638"/>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EAEAEA"/>
                    </a:gs>
                    <a:gs pos="100000">
                      <a:srgbClr val="969696"/>
                    </a:gs>
                  </a:gsLst>
                  <a:lin ang="5400000" scaled="1"/>
                  <a:tileRect/>
                </a:gradFill>
                <a:ln w="9525">
                  <a:noFill/>
                </a:ln>
              </p:spPr>
              <p:txBody>
                <a:bodyPr/>
                <a:p>
                  <a:endParaRPr lang="zh-CN" altLang="en-US"/>
                </a:p>
              </p:txBody>
            </p:sp>
          </p:grpSp>
          <p:sp>
            <p:nvSpPr>
              <p:cNvPr id="19527" name="Line 52"/>
              <p:cNvSpPr/>
              <p:nvPr/>
            </p:nvSpPr>
            <p:spPr>
              <a:xfrm flipV="1">
                <a:off x="1460" y="2841"/>
                <a:ext cx="2959" cy="0"/>
              </a:xfrm>
              <a:prstGeom prst="line">
                <a:avLst/>
              </a:prstGeom>
              <a:ln w="9525" cap="flat" cmpd="sng">
                <a:solidFill>
                  <a:schemeClr val="tx1"/>
                </a:solidFill>
                <a:prstDash val="solid"/>
                <a:round/>
                <a:headEnd type="none" w="med" len="med"/>
                <a:tailEnd type="none" w="med" len="med"/>
              </a:ln>
            </p:spPr>
          </p:sp>
        </p:grpSp>
        <p:sp>
          <p:nvSpPr>
            <p:cNvPr id="19528" name="Rectangle 53"/>
            <p:cNvSpPr/>
            <p:nvPr/>
          </p:nvSpPr>
          <p:spPr>
            <a:xfrm>
              <a:off x="4710" y="3340"/>
              <a:ext cx="6252" cy="1302"/>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9529" name="Group 54"/>
            <p:cNvGrpSpPr/>
            <p:nvPr/>
          </p:nvGrpSpPr>
          <p:grpSpPr>
            <a:xfrm>
              <a:off x="4102" y="3342"/>
              <a:ext cx="7515" cy="1282"/>
              <a:chOff x="1444" y="3093"/>
              <a:chExt cx="3006" cy="513"/>
            </a:xfrm>
          </p:grpSpPr>
          <p:sp>
            <p:nvSpPr>
              <p:cNvPr id="19530" name="Rectangle 55"/>
              <p:cNvSpPr/>
              <p:nvPr/>
            </p:nvSpPr>
            <p:spPr>
              <a:xfrm>
                <a:off x="1681" y="3093"/>
                <a:ext cx="2493" cy="513"/>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9531" name="Group 56"/>
              <p:cNvGrpSpPr/>
              <p:nvPr/>
            </p:nvGrpSpPr>
            <p:grpSpPr>
              <a:xfrm>
                <a:off x="1689" y="3340"/>
                <a:ext cx="841" cy="208"/>
                <a:chOff x="2501" y="2835"/>
                <a:chExt cx="841" cy="208"/>
              </a:xfrm>
            </p:grpSpPr>
            <p:sp>
              <p:nvSpPr>
                <p:cNvPr id="19532" name="Freeform 57"/>
                <p:cNvSpPr/>
                <p:nvPr/>
              </p:nvSpPr>
              <p:spPr>
                <a:xfrm>
                  <a:off x="2510" y="284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5F5F5F"/>
                    </a:gs>
                    <a:gs pos="100000">
                      <a:srgbClr val="DDDDDD"/>
                    </a:gs>
                  </a:gsLst>
                  <a:lin ang="5400000" scaled="1"/>
                  <a:tileRect/>
                </a:gradFill>
                <a:ln w="9525">
                  <a:noFill/>
                </a:ln>
              </p:spPr>
              <p:txBody>
                <a:bodyPr/>
                <a:p>
                  <a:endParaRPr lang="zh-CN" altLang="en-US"/>
                </a:p>
              </p:txBody>
            </p:sp>
            <p:sp>
              <p:nvSpPr>
                <p:cNvPr id="19533" name="Freeform 58"/>
                <p:cNvSpPr/>
                <p:nvPr/>
              </p:nvSpPr>
              <p:spPr>
                <a:xfrm>
                  <a:off x="2501" y="2835"/>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777777"/>
                    </a:gs>
                    <a:gs pos="100000">
                      <a:srgbClr val="DDDDDD"/>
                    </a:gs>
                  </a:gsLst>
                  <a:lin ang="5400000" scaled="1"/>
                  <a:tileRect/>
                </a:gradFill>
                <a:ln w="9525">
                  <a:noFill/>
                </a:ln>
              </p:spPr>
              <p:txBody>
                <a:bodyPr/>
                <a:p>
                  <a:endParaRPr lang="zh-CN" altLang="en-US"/>
                </a:p>
              </p:txBody>
            </p:sp>
            <p:sp>
              <p:nvSpPr>
                <p:cNvPr id="19534" name="Freeform 59"/>
                <p:cNvSpPr/>
                <p:nvPr/>
              </p:nvSpPr>
              <p:spPr>
                <a:xfrm>
                  <a:off x="2514" y="2842"/>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969696"/>
                    </a:gs>
                    <a:gs pos="100000">
                      <a:srgbClr val="EAEAEA"/>
                    </a:gs>
                  </a:gsLst>
                  <a:lin ang="5400000" scaled="1"/>
                  <a:tileRect/>
                </a:gradFill>
                <a:ln w="9525">
                  <a:noFill/>
                </a:ln>
              </p:spPr>
              <p:txBody>
                <a:bodyPr/>
                <a:p>
                  <a:endParaRPr lang="zh-CN" altLang="en-US"/>
                </a:p>
              </p:txBody>
            </p:sp>
          </p:grpSp>
          <p:grpSp>
            <p:nvGrpSpPr>
              <p:cNvPr id="19535" name="Group 60"/>
              <p:cNvGrpSpPr/>
              <p:nvPr/>
            </p:nvGrpSpPr>
            <p:grpSpPr>
              <a:xfrm>
                <a:off x="2526" y="3146"/>
                <a:ext cx="841" cy="208"/>
                <a:chOff x="2107" y="3500"/>
                <a:chExt cx="841" cy="208"/>
              </a:xfrm>
            </p:grpSpPr>
            <p:sp>
              <p:nvSpPr>
                <p:cNvPr id="19536" name="Freeform 61"/>
                <p:cNvSpPr/>
                <p:nvPr/>
              </p:nvSpPr>
              <p:spPr>
                <a:xfrm flipV="1">
                  <a:off x="2116" y="350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DDDDDD"/>
                    </a:gs>
                    <a:gs pos="100000">
                      <a:srgbClr val="5F5F5F"/>
                    </a:gs>
                  </a:gsLst>
                  <a:lin ang="5400000" scaled="1"/>
                  <a:tileRect/>
                </a:gradFill>
                <a:ln w="9525">
                  <a:noFill/>
                </a:ln>
              </p:spPr>
              <p:txBody>
                <a:bodyPr/>
                <a:p>
                  <a:endParaRPr lang="zh-CN" altLang="en-US"/>
                </a:p>
              </p:txBody>
            </p:sp>
            <p:sp>
              <p:nvSpPr>
                <p:cNvPr id="19537" name="Freeform 62"/>
                <p:cNvSpPr/>
                <p:nvPr/>
              </p:nvSpPr>
              <p:spPr>
                <a:xfrm flipV="1">
                  <a:off x="2107" y="3573"/>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DDDDDD"/>
                    </a:gs>
                    <a:gs pos="100000">
                      <a:srgbClr val="777777"/>
                    </a:gs>
                  </a:gsLst>
                  <a:lin ang="5400000" scaled="1"/>
                  <a:tileRect/>
                </a:gradFill>
                <a:ln w="9525">
                  <a:noFill/>
                </a:ln>
              </p:spPr>
              <p:txBody>
                <a:bodyPr/>
                <a:p>
                  <a:endParaRPr lang="zh-CN" altLang="en-US"/>
                </a:p>
              </p:txBody>
            </p:sp>
            <p:sp>
              <p:nvSpPr>
                <p:cNvPr id="19538" name="Freeform 63"/>
                <p:cNvSpPr/>
                <p:nvPr/>
              </p:nvSpPr>
              <p:spPr>
                <a:xfrm flipV="1">
                  <a:off x="2120" y="3638"/>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EAEAEA"/>
                    </a:gs>
                    <a:gs pos="100000">
                      <a:srgbClr val="969696"/>
                    </a:gs>
                  </a:gsLst>
                  <a:lin ang="5400000" scaled="1"/>
                  <a:tileRect/>
                </a:gradFill>
                <a:ln w="9525">
                  <a:noFill/>
                </a:ln>
              </p:spPr>
              <p:txBody>
                <a:bodyPr/>
                <a:p>
                  <a:endParaRPr lang="zh-CN" altLang="en-US"/>
                </a:p>
              </p:txBody>
            </p:sp>
          </p:grpSp>
          <p:grpSp>
            <p:nvGrpSpPr>
              <p:cNvPr id="19539" name="Group 64"/>
              <p:cNvGrpSpPr/>
              <p:nvPr/>
            </p:nvGrpSpPr>
            <p:grpSpPr>
              <a:xfrm>
                <a:off x="3347" y="3349"/>
                <a:ext cx="841" cy="208"/>
                <a:chOff x="2501" y="2835"/>
                <a:chExt cx="841" cy="208"/>
              </a:xfrm>
            </p:grpSpPr>
            <p:sp>
              <p:nvSpPr>
                <p:cNvPr id="19540" name="Freeform 65"/>
                <p:cNvSpPr/>
                <p:nvPr/>
              </p:nvSpPr>
              <p:spPr>
                <a:xfrm>
                  <a:off x="2510" y="284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5F5F5F"/>
                    </a:gs>
                    <a:gs pos="100000">
                      <a:srgbClr val="DDDDDD"/>
                    </a:gs>
                  </a:gsLst>
                  <a:lin ang="5400000" scaled="1"/>
                  <a:tileRect/>
                </a:gradFill>
                <a:ln w="9525">
                  <a:noFill/>
                </a:ln>
              </p:spPr>
              <p:txBody>
                <a:bodyPr/>
                <a:p>
                  <a:endParaRPr lang="zh-CN" altLang="en-US"/>
                </a:p>
              </p:txBody>
            </p:sp>
            <p:sp>
              <p:nvSpPr>
                <p:cNvPr id="19541" name="Freeform 66"/>
                <p:cNvSpPr/>
                <p:nvPr/>
              </p:nvSpPr>
              <p:spPr>
                <a:xfrm>
                  <a:off x="2501" y="2835"/>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777777"/>
                    </a:gs>
                    <a:gs pos="100000">
                      <a:srgbClr val="DDDDDD"/>
                    </a:gs>
                  </a:gsLst>
                  <a:lin ang="5400000" scaled="1"/>
                  <a:tileRect/>
                </a:gradFill>
                <a:ln w="9525">
                  <a:noFill/>
                </a:ln>
              </p:spPr>
              <p:txBody>
                <a:bodyPr/>
                <a:p>
                  <a:endParaRPr lang="zh-CN" altLang="en-US"/>
                </a:p>
              </p:txBody>
            </p:sp>
            <p:sp>
              <p:nvSpPr>
                <p:cNvPr id="19542" name="Freeform 67"/>
                <p:cNvSpPr/>
                <p:nvPr/>
              </p:nvSpPr>
              <p:spPr>
                <a:xfrm>
                  <a:off x="2514" y="2842"/>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969696"/>
                    </a:gs>
                    <a:gs pos="100000">
                      <a:srgbClr val="EAEAEA"/>
                    </a:gs>
                  </a:gsLst>
                  <a:lin ang="5400000" scaled="1"/>
                  <a:tileRect/>
                </a:gradFill>
                <a:ln w="9525">
                  <a:noFill/>
                </a:ln>
              </p:spPr>
              <p:txBody>
                <a:bodyPr/>
                <a:p>
                  <a:endParaRPr lang="zh-CN" altLang="en-US"/>
                </a:p>
              </p:txBody>
            </p:sp>
          </p:grpSp>
          <p:sp>
            <p:nvSpPr>
              <p:cNvPr id="19543" name="Line 68"/>
              <p:cNvSpPr/>
              <p:nvPr/>
            </p:nvSpPr>
            <p:spPr>
              <a:xfrm>
                <a:off x="1444" y="3353"/>
                <a:ext cx="3006" cy="0"/>
              </a:xfrm>
              <a:prstGeom prst="line">
                <a:avLst/>
              </a:prstGeom>
              <a:ln w="9525" cap="flat" cmpd="sng">
                <a:solidFill>
                  <a:schemeClr val="tx1"/>
                </a:solidFill>
                <a:prstDash val="solid"/>
                <a:round/>
                <a:headEnd type="none" w="med" len="med"/>
                <a:tailEnd type="none" w="med" len="med"/>
              </a:ln>
            </p:spPr>
          </p:sp>
        </p:grpSp>
        <p:sp>
          <p:nvSpPr>
            <p:cNvPr id="19544" name="Rectangle 69"/>
            <p:cNvSpPr/>
            <p:nvPr/>
          </p:nvSpPr>
          <p:spPr>
            <a:xfrm>
              <a:off x="4672" y="3340"/>
              <a:ext cx="6272" cy="1262"/>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9545" name="Group 70"/>
            <p:cNvGrpSpPr/>
            <p:nvPr/>
          </p:nvGrpSpPr>
          <p:grpSpPr>
            <a:xfrm>
              <a:off x="4165" y="3410"/>
              <a:ext cx="7397" cy="1202"/>
              <a:chOff x="1460" y="2612"/>
              <a:chExt cx="2959" cy="481"/>
            </a:xfrm>
          </p:grpSpPr>
          <p:sp>
            <p:nvSpPr>
              <p:cNvPr id="19546" name="Rectangle 71"/>
              <p:cNvSpPr/>
              <p:nvPr/>
            </p:nvSpPr>
            <p:spPr>
              <a:xfrm>
                <a:off x="1673" y="2612"/>
                <a:ext cx="2501" cy="481"/>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9547" name="Group 72"/>
              <p:cNvGrpSpPr/>
              <p:nvPr/>
            </p:nvGrpSpPr>
            <p:grpSpPr>
              <a:xfrm>
                <a:off x="1681" y="2648"/>
                <a:ext cx="841" cy="208"/>
                <a:chOff x="2107" y="3500"/>
                <a:chExt cx="841" cy="208"/>
              </a:xfrm>
            </p:grpSpPr>
            <p:sp>
              <p:nvSpPr>
                <p:cNvPr id="19548" name="Freeform 73"/>
                <p:cNvSpPr/>
                <p:nvPr/>
              </p:nvSpPr>
              <p:spPr>
                <a:xfrm flipV="1">
                  <a:off x="2116" y="350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DDDDDD"/>
                    </a:gs>
                    <a:gs pos="100000">
                      <a:srgbClr val="5F5F5F"/>
                    </a:gs>
                  </a:gsLst>
                  <a:lin ang="5400000" scaled="1"/>
                  <a:tileRect/>
                </a:gradFill>
                <a:ln w="9525">
                  <a:noFill/>
                </a:ln>
              </p:spPr>
              <p:txBody>
                <a:bodyPr/>
                <a:p>
                  <a:endParaRPr lang="zh-CN" altLang="en-US"/>
                </a:p>
              </p:txBody>
            </p:sp>
            <p:sp>
              <p:nvSpPr>
                <p:cNvPr id="19549" name="Freeform 74"/>
                <p:cNvSpPr/>
                <p:nvPr/>
              </p:nvSpPr>
              <p:spPr>
                <a:xfrm flipV="1">
                  <a:off x="2107" y="3573"/>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DDDDDD"/>
                    </a:gs>
                    <a:gs pos="100000">
                      <a:srgbClr val="777777"/>
                    </a:gs>
                  </a:gsLst>
                  <a:lin ang="5400000" scaled="1"/>
                  <a:tileRect/>
                </a:gradFill>
                <a:ln w="9525">
                  <a:noFill/>
                </a:ln>
              </p:spPr>
              <p:txBody>
                <a:bodyPr/>
                <a:p>
                  <a:endParaRPr lang="zh-CN" altLang="en-US"/>
                </a:p>
              </p:txBody>
            </p:sp>
            <p:sp>
              <p:nvSpPr>
                <p:cNvPr id="19550" name="Freeform 75"/>
                <p:cNvSpPr/>
                <p:nvPr/>
              </p:nvSpPr>
              <p:spPr>
                <a:xfrm flipV="1">
                  <a:off x="2120" y="3638"/>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EAEAEA"/>
                    </a:gs>
                    <a:gs pos="100000">
                      <a:srgbClr val="969696"/>
                    </a:gs>
                  </a:gsLst>
                  <a:lin ang="5400000" scaled="1"/>
                  <a:tileRect/>
                </a:gradFill>
                <a:ln w="9525">
                  <a:noFill/>
                </a:ln>
              </p:spPr>
              <p:txBody>
                <a:bodyPr/>
                <a:p>
                  <a:endParaRPr lang="zh-CN" altLang="en-US"/>
                </a:p>
              </p:txBody>
            </p:sp>
          </p:grpSp>
          <p:grpSp>
            <p:nvGrpSpPr>
              <p:cNvPr id="19551" name="Group 76"/>
              <p:cNvGrpSpPr/>
              <p:nvPr/>
            </p:nvGrpSpPr>
            <p:grpSpPr>
              <a:xfrm>
                <a:off x="2501" y="2835"/>
                <a:ext cx="841" cy="208"/>
                <a:chOff x="2501" y="2835"/>
                <a:chExt cx="841" cy="208"/>
              </a:xfrm>
            </p:grpSpPr>
            <p:sp>
              <p:nvSpPr>
                <p:cNvPr id="19552" name="Freeform 77"/>
                <p:cNvSpPr/>
                <p:nvPr/>
              </p:nvSpPr>
              <p:spPr>
                <a:xfrm>
                  <a:off x="2510" y="284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5F5F5F"/>
                    </a:gs>
                    <a:gs pos="100000">
                      <a:srgbClr val="DDDDDD"/>
                    </a:gs>
                  </a:gsLst>
                  <a:lin ang="5400000" scaled="1"/>
                  <a:tileRect/>
                </a:gradFill>
                <a:ln w="9525">
                  <a:noFill/>
                </a:ln>
              </p:spPr>
              <p:txBody>
                <a:bodyPr/>
                <a:p>
                  <a:endParaRPr lang="zh-CN" altLang="en-US"/>
                </a:p>
              </p:txBody>
            </p:sp>
            <p:sp>
              <p:nvSpPr>
                <p:cNvPr id="19553" name="Freeform 78"/>
                <p:cNvSpPr/>
                <p:nvPr/>
              </p:nvSpPr>
              <p:spPr>
                <a:xfrm>
                  <a:off x="2501" y="2835"/>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777777"/>
                    </a:gs>
                    <a:gs pos="100000">
                      <a:srgbClr val="DDDDDD"/>
                    </a:gs>
                  </a:gsLst>
                  <a:lin ang="5400000" scaled="1"/>
                  <a:tileRect/>
                </a:gradFill>
                <a:ln w="9525">
                  <a:noFill/>
                </a:ln>
              </p:spPr>
              <p:txBody>
                <a:bodyPr/>
                <a:p>
                  <a:endParaRPr lang="zh-CN" altLang="en-US"/>
                </a:p>
              </p:txBody>
            </p:sp>
            <p:sp>
              <p:nvSpPr>
                <p:cNvPr id="19554" name="Freeform 79"/>
                <p:cNvSpPr/>
                <p:nvPr/>
              </p:nvSpPr>
              <p:spPr>
                <a:xfrm>
                  <a:off x="2514" y="2842"/>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969696"/>
                    </a:gs>
                    <a:gs pos="100000">
                      <a:srgbClr val="EAEAEA"/>
                    </a:gs>
                  </a:gsLst>
                  <a:lin ang="5400000" scaled="1"/>
                  <a:tileRect/>
                </a:gradFill>
                <a:ln w="9525">
                  <a:noFill/>
                </a:ln>
              </p:spPr>
              <p:txBody>
                <a:bodyPr/>
                <a:p>
                  <a:endParaRPr lang="zh-CN" altLang="en-US"/>
                </a:p>
              </p:txBody>
            </p:sp>
          </p:grpSp>
          <p:grpSp>
            <p:nvGrpSpPr>
              <p:cNvPr id="19555" name="Group 80"/>
              <p:cNvGrpSpPr/>
              <p:nvPr/>
            </p:nvGrpSpPr>
            <p:grpSpPr>
              <a:xfrm>
                <a:off x="3355" y="2642"/>
                <a:ext cx="841" cy="208"/>
                <a:chOff x="2107" y="3500"/>
                <a:chExt cx="841" cy="208"/>
              </a:xfrm>
            </p:grpSpPr>
            <p:sp>
              <p:nvSpPr>
                <p:cNvPr id="19556" name="Freeform 81"/>
                <p:cNvSpPr/>
                <p:nvPr/>
              </p:nvSpPr>
              <p:spPr>
                <a:xfrm flipV="1">
                  <a:off x="2116" y="350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DDDDDD"/>
                    </a:gs>
                    <a:gs pos="100000">
                      <a:srgbClr val="5F5F5F"/>
                    </a:gs>
                  </a:gsLst>
                  <a:lin ang="5400000" scaled="1"/>
                  <a:tileRect/>
                </a:gradFill>
                <a:ln w="9525">
                  <a:noFill/>
                </a:ln>
              </p:spPr>
              <p:txBody>
                <a:bodyPr/>
                <a:p>
                  <a:endParaRPr lang="zh-CN" altLang="en-US"/>
                </a:p>
              </p:txBody>
            </p:sp>
            <p:sp>
              <p:nvSpPr>
                <p:cNvPr id="19557" name="Freeform 82"/>
                <p:cNvSpPr/>
                <p:nvPr/>
              </p:nvSpPr>
              <p:spPr>
                <a:xfrm flipV="1">
                  <a:off x="2107" y="3573"/>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DDDDDD"/>
                    </a:gs>
                    <a:gs pos="100000">
                      <a:srgbClr val="777777"/>
                    </a:gs>
                  </a:gsLst>
                  <a:lin ang="5400000" scaled="1"/>
                  <a:tileRect/>
                </a:gradFill>
                <a:ln w="9525">
                  <a:noFill/>
                </a:ln>
              </p:spPr>
              <p:txBody>
                <a:bodyPr/>
                <a:p>
                  <a:endParaRPr lang="zh-CN" altLang="en-US"/>
                </a:p>
              </p:txBody>
            </p:sp>
            <p:sp>
              <p:nvSpPr>
                <p:cNvPr id="19558" name="Freeform 83"/>
                <p:cNvSpPr/>
                <p:nvPr/>
              </p:nvSpPr>
              <p:spPr>
                <a:xfrm flipV="1">
                  <a:off x="2120" y="3638"/>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EAEAEA"/>
                    </a:gs>
                    <a:gs pos="100000">
                      <a:srgbClr val="969696"/>
                    </a:gs>
                  </a:gsLst>
                  <a:lin ang="5400000" scaled="1"/>
                  <a:tileRect/>
                </a:gradFill>
                <a:ln w="9525">
                  <a:noFill/>
                </a:ln>
              </p:spPr>
              <p:txBody>
                <a:bodyPr/>
                <a:p>
                  <a:endParaRPr lang="zh-CN" altLang="en-US"/>
                </a:p>
              </p:txBody>
            </p:sp>
          </p:grpSp>
          <p:sp>
            <p:nvSpPr>
              <p:cNvPr id="19559" name="Line 84"/>
              <p:cNvSpPr/>
              <p:nvPr/>
            </p:nvSpPr>
            <p:spPr>
              <a:xfrm flipV="1">
                <a:off x="1460" y="2841"/>
                <a:ext cx="2959" cy="0"/>
              </a:xfrm>
              <a:prstGeom prst="line">
                <a:avLst/>
              </a:prstGeom>
              <a:ln w="9525" cap="flat" cmpd="sng">
                <a:solidFill>
                  <a:schemeClr val="tx1"/>
                </a:solidFill>
                <a:prstDash val="solid"/>
                <a:round/>
                <a:headEnd type="none" w="med" len="med"/>
                <a:tailEnd type="none" w="med" len="med"/>
              </a:ln>
            </p:spPr>
          </p:sp>
        </p:grpSp>
        <p:sp>
          <p:nvSpPr>
            <p:cNvPr id="19560" name="Rectangle 85"/>
            <p:cNvSpPr/>
            <p:nvPr/>
          </p:nvSpPr>
          <p:spPr>
            <a:xfrm>
              <a:off x="4712" y="3337"/>
              <a:ext cx="6232" cy="1325"/>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9561" name="Group 86"/>
            <p:cNvGrpSpPr/>
            <p:nvPr/>
          </p:nvGrpSpPr>
          <p:grpSpPr>
            <a:xfrm>
              <a:off x="4107" y="3345"/>
              <a:ext cx="7515" cy="1282"/>
              <a:chOff x="1444" y="3093"/>
              <a:chExt cx="3006" cy="513"/>
            </a:xfrm>
          </p:grpSpPr>
          <p:sp>
            <p:nvSpPr>
              <p:cNvPr id="19562" name="Rectangle 87"/>
              <p:cNvSpPr/>
              <p:nvPr/>
            </p:nvSpPr>
            <p:spPr>
              <a:xfrm>
                <a:off x="1681" y="3093"/>
                <a:ext cx="2493" cy="513"/>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9563" name="Group 88"/>
              <p:cNvGrpSpPr/>
              <p:nvPr/>
            </p:nvGrpSpPr>
            <p:grpSpPr>
              <a:xfrm>
                <a:off x="1689" y="3340"/>
                <a:ext cx="841" cy="208"/>
                <a:chOff x="2501" y="2835"/>
                <a:chExt cx="841" cy="208"/>
              </a:xfrm>
            </p:grpSpPr>
            <p:sp>
              <p:nvSpPr>
                <p:cNvPr id="19564" name="Freeform 89"/>
                <p:cNvSpPr/>
                <p:nvPr/>
              </p:nvSpPr>
              <p:spPr>
                <a:xfrm>
                  <a:off x="2510" y="284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5F5F5F"/>
                    </a:gs>
                    <a:gs pos="100000">
                      <a:srgbClr val="DDDDDD"/>
                    </a:gs>
                  </a:gsLst>
                  <a:lin ang="5400000" scaled="1"/>
                  <a:tileRect/>
                </a:gradFill>
                <a:ln w="9525">
                  <a:noFill/>
                </a:ln>
              </p:spPr>
              <p:txBody>
                <a:bodyPr/>
                <a:p>
                  <a:endParaRPr lang="zh-CN" altLang="en-US"/>
                </a:p>
              </p:txBody>
            </p:sp>
            <p:sp>
              <p:nvSpPr>
                <p:cNvPr id="19565" name="Freeform 90"/>
                <p:cNvSpPr/>
                <p:nvPr/>
              </p:nvSpPr>
              <p:spPr>
                <a:xfrm>
                  <a:off x="2501" y="2835"/>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777777"/>
                    </a:gs>
                    <a:gs pos="100000">
                      <a:srgbClr val="DDDDDD"/>
                    </a:gs>
                  </a:gsLst>
                  <a:lin ang="5400000" scaled="1"/>
                  <a:tileRect/>
                </a:gradFill>
                <a:ln w="9525">
                  <a:noFill/>
                </a:ln>
              </p:spPr>
              <p:txBody>
                <a:bodyPr/>
                <a:p>
                  <a:endParaRPr lang="zh-CN" altLang="en-US"/>
                </a:p>
              </p:txBody>
            </p:sp>
            <p:sp>
              <p:nvSpPr>
                <p:cNvPr id="19566" name="Freeform 91"/>
                <p:cNvSpPr/>
                <p:nvPr/>
              </p:nvSpPr>
              <p:spPr>
                <a:xfrm>
                  <a:off x="2514" y="2842"/>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969696"/>
                    </a:gs>
                    <a:gs pos="100000">
                      <a:srgbClr val="EAEAEA"/>
                    </a:gs>
                  </a:gsLst>
                  <a:lin ang="5400000" scaled="1"/>
                  <a:tileRect/>
                </a:gradFill>
                <a:ln w="9525">
                  <a:noFill/>
                </a:ln>
              </p:spPr>
              <p:txBody>
                <a:bodyPr/>
                <a:p>
                  <a:endParaRPr lang="zh-CN" altLang="en-US"/>
                </a:p>
              </p:txBody>
            </p:sp>
          </p:grpSp>
          <p:grpSp>
            <p:nvGrpSpPr>
              <p:cNvPr id="19567" name="Group 92"/>
              <p:cNvGrpSpPr/>
              <p:nvPr/>
            </p:nvGrpSpPr>
            <p:grpSpPr>
              <a:xfrm>
                <a:off x="2526" y="3146"/>
                <a:ext cx="841" cy="208"/>
                <a:chOff x="2107" y="3500"/>
                <a:chExt cx="841" cy="208"/>
              </a:xfrm>
            </p:grpSpPr>
            <p:sp>
              <p:nvSpPr>
                <p:cNvPr id="19568" name="Freeform 93"/>
                <p:cNvSpPr/>
                <p:nvPr/>
              </p:nvSpPr>
              <p:spPr>
                <a:xfrm flipV="1">
                  <a:off x="2116" y="350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DDDDDD"/>
                    </a:gs>
                    <a:gs pos="100000">
                      <a:srgbClr val="5F5F5F"/>
                    </a:gs>
                  </a:gsLst>
                  <a:lin ang="5400000" scaled="1"/>
                  <a:tileRect/>
                </a:gradFill>
                <a:ln w="9525">
                  <a:noFill/>
                </a:ln>
              </p:spPr>
              <p:txBody>
                <a:bodyPr/>
                <a:p>
                  <a:endParaRPr lang="zh-CN" altLang="en-US"/>
                </a:p>
              </p:txBody>
            </p:sp>
            <p:sp>
              <p:nvSpPr>
                <p:cNvPr id="19569" name="Freeform 94"/>
                <p:cNvSpPr/>
                <p:nvPr/>
              </p:nvSpPr>
              <p:spPr>
                <a:xfrm flipV="1">
                  <a:off x="2107" y="3573"/>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DDDDDD"/>
                    </a:gs>
                    <a:gs pos="100000">
                      <a:srgbClr val="777777"/>
                    </a:gs>
                  </a:gsLst>
                  <a:lin ang="5400000" scaled="1"/>
                  <a:tileRect/>
                </a:gradFill>
                <a:ln w="9525">
                  <a:noFill/>
                </a:ln>
              </p:spPr>
              <p:txBody>
                <a:bodyPr/>
                <a:p>
                  <a:endParaRPr lang="zh-CN" altLang="en-US"/>
                </a:p>
              </p:txBody>
            </p:sp>
            <p:sp>
              <p:nvSpPr>
                <p:cNvPr id="19570" name="Freeform 95"/>
                <p:cNvSpPr/>
                <p:nvPr/>
              </p:nvSpPr>
              <p:spPr>
                <a:xfrm flipV="1">
                  <a:off x="2120" y="3638"/>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EAEAEA"/>
                    </a:gs>
                    <a:gs pos="100000">
                      <a:srgbClr val="969696"/>
                    </a:gs>
                  </a:gsLst>
                  <a:lin ang="5400000" scaled="1"/>
                  <a:tileRect/>
                </a:gradFill>
                <a:ln w="9525">
                  <a:noFill/>
                </a:ln>
              </p:spPr>
              <p:txBody>
                <a:bodyPr/>
                <a:p>
                  <a:endParaRPr lang="zh-CN" altLang="en-US"/>
                </a:p>
              </p:txBody>
            </p:sp>
          </p:grpSp>
          <p:grpSp>
            <p:nvGrpSpPr>
              <p:cNvPr id="19571" name="Group 96"/>
              <p:cNvGrpSpPr/>
              <p:nvPr/>
            </p:nvGrpSpPr>
            <p:grpSpPr>
              <a:xfrm>
                <a:off x="3347" y="3349"/>
                <a:ext cx="841" cy="208"/>
                <a:chOff x="2501" y="2835"/>
                <a:chExt cx="841" cy="208"/>
              </a:xfrm>
            </p:grpSpPr>
            <p:sp>
              <p:nvSpPr>
                <p:cNvPr id="19572" name="Freeform 97"/>
                <p:cNvSpPr/>
                <p:nvPr/>
              </p:nvSpPr>
              <p:spPr>
                <a:xfrm>
                  <a:off x="2510" y="284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5F5F5F"/>
                    </a:gs>
                    <a:gs pos="100000">
                      <a:srgbClr val="DDDDDD"/>
                    </a:gs>
                  </a:gsLst>
                  <a:lin ang="5400000" scaled="1"/>
                  <a:tileRect/>
                </a:gradFill>
                <a:ln w="9525">
                  <a:noFill/>
                </a:ln>
              </p:spPr>
              <p:txBody>
                <a:bodyPr/>
                <a:p>
                  <a:endParaRPr lang="zh-CN" altLang="en-US"/>
                </a:p>
              </p:txBody>
            </p:sp>
            <p:sp>
              <p:nvSpPr>
                <p:cNvPr id="19573" name="Freeform 98"/>
                <p:cNvSpPr/>
                <p:nvPr/>
              </p:nvSpPr>
              <p:spPr>
                <a:xfrm>
                  <a:off x="2501" y="2835"/>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777777"/>
                    </a:gs>
                    <a:gs pos="100000">
                      <a:srgbClr val="DDDDDD"/>
                    </a:gs>
                  </a:gsLst>
                  <a:lin ang="5400000" scaled="1"/>
                  <a:tileRect/>
                </a:gradFill>
                <a:ln w="9525">
                  <a:noFill/>
                </a:ln>
              </p:spPr>
              <p:txBody>
                <a:bodyPr/>
                <a:p>
                  <a:endParaRPr lang="zh-CN" altLang="en-US"/>
                </a:p>
              </p:txBody>
            </p:sp>
            <p:sp>
              <p:nvSpPr>
                <p:cNvPr id="19574" name="Freeform 99"/>
                <p:cNvSpPr/>
                <p:nvPr/>
              </p:nvSpPr>
              <p:spPr>
                <a:xfrm>
                  <a:off x="2514" y="2842"/>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969696"/>
                    </a:gs>
                    <a:gs pos="100000">
                      <a:srgbClr val="EAEAEA"/>
                    </a:gs>
                  </a:gsLst>
                  <a:lin ang="5400000" scaled="1"/>
                  <a:tileRect/>
                </a:gradFill>
                <a:ln w="9525">
                  <a:noFill/>
                </a:ln>
              </p:spPr>
              <p:txBody>
                <a:bodyPr/>
                <a:p>
                  <a:endParaRPr lang="zh-CN" altLang="en-US"/>
                </a:p>
              </p:txBody>
            </p:sp>
          </p:grpSp>
          <p:sp>
            <p:nvSpPr>
              <p:cNvPr id="19575" name="Line 100"/>
              <p:cNvSpPr/>
              <p:nvPr/>
            </p:nvSpPr>
            <p:spPr>
              <a:xfrm>
                <a:off x="1444" y="3353"/>
                <a:ext cx="3006" cy="0"/>
              </a:xfrm>
              <a:prstGeom prst="line">
                <a:avLst/>
              </a:prstGeom>
              <a:ln w="9525" cap="flat" cmpd="sng">
                <a:solidFill>
                  <a:schemeClr val="tx1"/>
                </a:solidFill>
                <a:prstDash val="solid"/>
                <a:round/>
                <a:headEnd type="none" w="med" len="med"/>
                <a:tailEnd type="none" w="med" len="med"/>
              </a:ln>
            </p:spPr>
          </p:sp>
        </p:grpSp>
        <p:sp>
          <p:nvSpPr>
            <p:cNvPr id="19576" name="Rectangle 101"/>
            <p:cNvSpPr/>
            <p:nvPr/>
          </p:nvSpPr>
          <p:spPr>
            <a:xfrm>
              <a:off x="4712" y="3340"/>
              <a:ext cx="6232" cy="1282"/>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9577" name="Group 102"/>
            <p:cNvGrpSpPr/>
            <p:nvPr/>
          </p:nvGrpSpPr>
          <p:grpSpPr>
            <a:xfrm>
              <a:off x="4167" y="3427"/>
              <a:ext cx="7397" cy="1202"/>
              <a:chOff x="1460" y="2612"/>
              <a:chExt cx="2959" cy="481"/>
            </a:xfrm>
          </p:grpSpPr>
          <p:sp>
            <p:nvSpPr>
              <p:cNvPr id="19578" name="Rectangle 103"/>
              <p:cNvSpPr/>
              <p:nvPr/>
            </p:nvSpPr>
            <p:spPr>
              <a:xfrm>
                <a:off x="1673" y="2612"/>
                <a:ext cx="2501" cy="481"/>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9579" name="Group 104"/>
              <p:cNvGrpSpPr/>
              <p:nvPr/>
            </p:nvGrpSpPr>
            <p:grpSpPr>
              <a:xfrm>
                <a:off x="1681" y="2648"/>
                <a:ext cx="841" cy="208"/>
                <a:chOff x="2107" y="3500"/>
                <a:chExt cx="841" cy="208"/>
              </a:xfrm>
            </p:grpSpPr>
            <p:sp>
              <p:nvSpPr>
                <p:cNvPr id="19580" name="Freeform 105"/>
                <p:cNvSpPr/>
                <p:nvPr/>
              </p:nvSpPr>
              <p:spPr>
                <a:xfrm flipV="1">
                  <a:off x="2116" y="350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DDDDDD"/>
                    </a:gs>
                    <a:gs pos="100000">
                      <a:srgbClr val="5F5F5F"/>
                    </a:gs>
                  </a:gsLst>
                  <a:lin ang="5400000" scaled="1"/>
                  <a:tileRect/>
                </a:gradFill>
                <a:ln w="9525">
                  <a:noFill/>
                </a:ln>
              </p:spPr>
              <p:txBody>
                <a:bodyPr/>
                <a:p>
                  <a:endParaRPr lang="zh-CN" altLang="en-US"/>
                </a:p>
              </p:txBody>
            </p:sp>
            <p:sp>
              <p:nvSpPr>
                <p:cNvPr id="19581" name="Freeform 106"/>
                <p:cNvSpPr/>
                <p:nvPr/>
              </p:nvSpPr>
              <p:spPr>
                <a:xfrm flipV="1">
                  <a:off x="2107" y="3573"/>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DDDDDD"/>
                    </a:gs>
                    <a:gs pos="100000">
                      <a:srgbClr val="777777"/>
                    </a:gs>
                  </a:gsLst>
                  <a:lin ang="5400000" scaled="1"/>
                  <a:tileRect/>
                </a:gradFill>
                <a:ln w="9525">
                  <a:noFill/>
                </a:ln>
              </p:spPr>
              <p:txBody>
                <a:bodyPr/>
                <a:p>
                  <a:endParaRPr lang="zh-CN" altLang="en-US"/>
                </a:p>
              </p:txBody>
            </p:sp>
            <p:sp>
              <p:nvSpPr>
                <p:cNvPr id="19582" name="Freeform 107"/>
                <p:cNvSpPr/>
                <p:nvPr/>
              </p:nvSpPr>
              <p:spPr>
                <a:xfrm flipV="1">
                  <a:off x="2120" y="3638"/>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EAEAEA"/>
                    </a:gs>
                    <a:gs pos="100000">
                      <a:srgbClr val="969696"/>
                    </a:gs>
                  </a:gsLst>
                  <a:lin ang="5400000" scaled="1"/>
                  <a:tileRect/>
                </a:gradFill>
                <a:ln w="9525">
                  <a:noFill/>
                </a:ln>
              </p:spPr>
              <p:txBody>
                <a:bodyPr/>
                <a:p>
                  <a:endParaRPr lang="zh-CN" altLang="en-US"/>
                </a:p>
              </p:txBody>
            </p:sp>
          </p:grpSp>
          <p:grpSp>
            <p:nvGrpSpPr>
              <p:cNvPr id="19583" name="Group 108"/>
              <p:cNvGrpSpPr/>
              <p:nvPr/>
            </p:nvGrpSpPr>
            <p:grpSpPr>
              <a:xfrm>
                <a:off x="2501" y="2835"/>
                <a:ext cx="841" cy="208"/>
                <a:chOff x="2501" y="2835"/>
                <a:chExt cx="841" cy="208"/>
              </a:xfrm>
            </p:grpSpPr>
            <p:sp>
              <p:nvSpPr>
                <p:cNvPr id="19584" name="Freeform 109"/>
                <p:cNvSpPr/>
                <p:nvPr/>
              </p:nvSpPr>
              <p:spPr>
                <a:xfrm>
                  <a:off x="2510" y="284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5F5F5F"/>
                    </a:gs>
                    <a:gs pos="100000">
                      <a:srgbClr val="DDDDDD"/>
                    </a:gs>
                  </a:gsLst>
                  <a:lin ang="5400000" scaled="1"/>
                  <a:tileRect/>
                </a:gradFill>
                <a:ln w="9525">
                  <a:noFill/>
                </a:ln>
              </p:spPr>
              <p:txBody>
                <a:bodyPr/>
                <a:p>
                  <a:endParaRPr lang="zh-CN" altLang="en-US"/>
                </a:p>
              </p:txBody>
            </p:sp>
            <p:sp>
              <p:nvSpPr>
                <p:cNvPr id="19585" name="Freeform 110"/>
                <p:cNvSpPr/>
                <p:nvPr/>
              </p:nvSpPr>
              <p:spPr>
                <a:xfrm>
                  <a:off x="2501" y="2835"/>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777777"/>
                    </a:gs>
                    <a:gs pos="100000">
                      <a:srgbClr val="DDDDDD"/>
                    </a:gs>
                  </a:gsLst>
                  <a:lin ang="5400000" scaled="1"/>
                  <a:tileRect/>
                </a:gradFill>
                <a:ln w="9525">
                  <a:noFill/>
                </a:ln>
              </p:spPr>
              <p:txBody>
                <a:bodyPr/>
                <a:p>
                  <a:endParaRPr lang="zh-CN" altLang="en-US"/>
                </a:p>
              </p:txBody>
            </p:sp>
            <p:sp>
              <p:nvSpPr>
                <p:cNvPr id="19586" name="Freeform 111"/>
                <p:cNvSpPr/>
                <p:nvPr/>
              </p:nvSpPr>
              <p:spPr>
                <a:xfrm>
                  <a:off x="2514" y="2842"/>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969696"/>
                    </a:gs>
                    <a:gs pos="100000">
                      <a:srgbClr val="EAEAEA"/>
                    </a:gs>
                  </a:gsLst>
                  <a:lin ang="5400000" scaled="1"/>
                  <a:tileRect/>
                </a:gradFill>
                <a:ln w="9525">
                  <a:noFill/>
                </a:ln>
              </p:spPr>
              <p:txBody>
                <a:bodyPr/>
                <a:p>
                  <a:endParaRPr lang="zh-CN" altLang="en-US"/>
                </a:p>
              </p:txBody>
            </p:sp>
          </p:grpSp>
          <p:grpSp>
            <p:nvGrpSpPr>
              <p:cNvPr id="19587" name="Group 112"/>
              <p:cNvGrpSpPr/>
              <p:nvPr/>
            </p:nvGrpSpPr>
            <p:grpSpPr>
              <a:xfrm>
                <a:off x="3355" y="2642"/>
                <a:ext cx="841" cy="208"/>
                <a:chOff x="2107" y="3500"/>
                <a:chExt cx="841" cy="208"/>
              </a:xfrm>
            </p:grpSpPr>
            <p:sp>
              <p:nvSpPr>
                <p:cNvPr id="19588" name="Freeform 113"/>
                <p:cNvSpPr/>
                <p:nvPr/>
              </p:nvSpPr>
              <p:spPr>
                <a:xfrm flipV="1">
                  <a:off x="2116" y="3500"/>
                  <a:ext cx="828" cy="203"/>
                </a:xfrm>
                <a:custGeom>
                  <a:avLst/>
                  <a:gdLst/>
                  <a:ahLst/>
                  <a:cxnLst>
                    <a:cxn ang="0">
                      <a:pos x="0" y="3"/>
                    </a:cxn>
                    <a:cxn ang="0">
                      <a:pos x="414" y="203"/>
                    </a:cxn>
                    <a:cxn ang="0">
                      <a:pos x="828" y="0"/>
                    </a:cxn>
                  </a:cxnLst>
                  <a:pathLst>
                    <a:path w="828" h="203">
                      <a:moveTo>
                        <a:pt x="0" y="3"/>
                      </a:moveTo>
                      <a:cubicBezTo>
                        <a:pt x="138" y="103"/>
                        <a:pt x="276" y="203"/>
                        <a:pt x="414" y="203"/>
                      </a:cubicBezTo>
                      <a:cubicBezTo>
                        <a:pt x="552" y="203"/>
                        <a:pt x="759" y="34"/>
                        <a:pt x="828" y="0"/>
                      </a:cubicBezTo>
                    </a:path>
                  </a:pathLst>
                </a:custGeom>
                <a:gradFill rotWithShape="0">
                  <a:gsLst>
                    <a:gs pos="0">
                      <a:srgbClr val="DDDDDD"/>
                    </a:gs>
                    <a:gs pos="100000">
                      <a:srgbClr val="5F5F5F"/>
                    </a:gs>
                  </a:gsLst>
                  <a:lin ang="5400000" scaled="1"/>
                  <a:tileRect/>
                </a:gradFill>
                <a:ln w="9525">
                  <a:noFill/>
                </a:ln>
              </p:spPr>
              <p:txBody>
                <a:bodyPr/>
                <a:p>
                  <a:endParaRPr lang="zh-CN" altLang="en-US"/>
                </a:p>
              </p:txBody>
            </p:sp>
            <p:sp>
              <p:nvSpPr>
                <p:cNvPr id="19589" name="Freeform 114"/>
                <p:cNvSpPr/>
                <p:nvPr/>
              </p:nvSpPr>
              <p:spPr>
                <a:xfrm flipV="1">
                  <a:off x="2107" y="3573"/>
                  <a:ext cx="831" cy="135"/>
                </a:xfrm>
                <a:custGeom>
                  <a:avLst/>
                  <a:gdLst/>
                  <a:ahLst/>
                  <a:cxnLst>
                    <a:cxn ang="0">
                      <a:pos x="0" y="0"/>
                    </a:cxn>
                    <a:cxn ang="0">
                      <a:pos x="416" y="135"/>
                    </a:cxn>
                    <a:cxn ang="0">
                      <a:pos x="831" y="3"/>
                    </a:cxn>
                  </a:cxnLst>
                  <a:pathLst>
                    <a:path w="831" h="135">
                      <a:moveTo>
                        <a:pt x="0" y="0"/>
                      </a:moveTo>
                      <a:cubicBezTo>
                        <a:pt x="139" y="67"/>
                        <a:pt x="278" y="135"/>
                        <a:pt x="416" y="135"/>
                      </a:cubicBezTo>
                      <a:cubicBezTo>
                        <a:pt x="554" y="135"/>
                        <a:pt x="692" y="69"/>
                        <a:pt x="831" y="3"/>
                      </a:cubicBezTo>
                    </a:path>
                  </a:pathLst>
                </a:custGeom>
                <a:gradFill rotWithShape="0">
                  <a:gsLst>
                    <a:gs pos="0">
                      <a:srgbClr val="DDDDDD"/>
                    </a:gs>
                    <a:gs pos="100000">
                      <a:srgbClr val="777777"/>
                    </a:gs>
                  </a:gsLst>
                  <a:lin ang="5400000" scaled="1"/>
                  <a:tileRect/>
                </a:gradFill>
                <a:ln w="9525">
                  <a:noFill/>
                </a:ln>
              </p:spPr>
              <p:txBody>
                <a:bodyPr/>
                <a:p>
                  <a:endParaRPr lang="zh-CN" altLang="en-US"/>
                </a:p>
              </p:txBody>
            </p:sp>
            <p:sp>
              <p:nvSpPr>
                <p:cNvPr id="19590" name="Freeform 115"/>
                <p:cNvSpPr/>
                <p:nvPr/>
              </p:nvSpPr>
              <p:spPr>
                <a:xfrm flipV="1">
                  <a:off x="2120" y="3638"/>
                  <a:ext cx="828" cy="63"/>
                </a:xfrm>
                <a:custGeom>
                  <a:avLst/>
                  <a:gdLst/>
                  <a:ahLst/>
                  <a:cxnLst>
                    <a:cxn ang="0">
                      <a:pos x="0" y="0"/>
                    </a:cxn>
                    <a:cxn ang="0">
                      <a:pos x="416" y="63"/>
                    </a:cxn>
                    <a:cxn ang="0">
                      <a:pos x="828" y="1"/>
                    </a:cxn>
                  </a:cxnLst>
                  <a:pathLst>
                    <a:path w="828" h="63">
                      <a:moveTo>
                        <a:pt x="0" y="0"/>
                      </a:moveTo>
                      <a:cubicBezTo>
                        <a:pt x="139" y="31"/>
                        <a:pt x="278" y="63"/>
                        <a:pt x="416" y="63"/>
                      </a:cubicBezTo>
                      <a:cubicBezTo>
                        <a:pt x="554" y="63"/>
                        <a:pt x="691" y="32"/>
                        <a:pt x="828" y="1"/>
                      </a:cubicBezTo>
                    </a:path>
                  </a:pathLst>
                </a:custGeom>
                <a:gradFill rotWithShape="0">
                  <a:gsLst>
                    <a:gs pos="0">
                      <a:srgbClr val="EAEAEA"/>
                    </a:gs>
                    <a:gs pos="100000">
                      <a:srgbClr val="969696"/>
                    </a:gs>
                  </a:gsLst>
                  <a:lin ang="5400000" scaled="1"/>
                  <a:tileRect/>
                </a:gradFill>
                <a:ln w="9525">
                  <a:noFill/>
                </a:ln>
              </p:spPr>
              <p:txBody>
                <a:bodyPr/>
                <a:p>
                  <a:endParaRPr lang="zh-CN" altLang="en-US"/>
                </a:p>
              </p:txBody>
            </p:sp>
          </p:grpSp>
          <p:sp>
            <p:nvSpPr>
              <p:cNvPr id="19591" name="Line 116"/>
              <p:cNvSpPr/>
              <p:nvPr/>
            </p:nvSpPr>
            <p:spPr>
              <a:xfrm flipV="1">
                <a:off x="1460" y="2841"/>
                <a:ext cx="2959" cy="0"/>
              </a:xfrm>
              <a:prstGeom prst="line">
                <a:avLst/>
              </a:prstGeom>
              <a:ln w="9525" cap="flat" cmpd="sng">
                <a:solidFill>
                  <a:schemeClr val="tx1"/>
                </a:solidFill>
                <a:prstDash val="solid"/>
                <a:round/>
                <a:headEnd type="none" w="med" len="med"/>
                <a:tailEnd type="none" w="med" len="med"/>
              </a:ln>
            </p:spPr>
          </p:sp>
        </p:grpSp>
        <p:sp>
          <p:nvSpPr>
            <p:cNvPr id="19592" name="Rectangle 117"/>
            <p:cNvSpPr/>
            <p:nvPr/>
          </p:nvSpPr>
          <p:spPr>
            <a:xfrm>
              <a:off x="4712" y="3340"/>
              <a:ext cx="6252" cy="1282"/>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9593" name="Group 118"/>
            <p:cNvGrpSpPr/>
            <p:nvPr/>
          </p:nvGrpSpPr>
          <p:grpSpPr>
            <a:xfrm>
              <a:off x="4740" y="3477"/>
              <a:ext cx="6230" cy="1012"/>
              <a:chOff x="1679" y="3129"/>
              <a:chExt cx="2492" cy="435"/>
            </a:xfrm>
          </p:grpSpPr>
          <p:grpSp>
            <p:nvGrpSpPr>
              <p:cNvPr id="19594" name="Group 119"/>
              <p:cNvGrpSpPr/>
              <p:nvPr/>
            </p:nvGrpSpPr>
            <p:grpSpPr>
              <a:xfrm>
                <a:off x="1683" y="3129"/>
                <a:ext cx="2488" cy="435"/>
                <a:chOff x="1683" y="3129"/>
                <a:chExt cx="2488" cy="435"/>
              </a:xfrm>
            </p:grpSpPr>
            <p:grpSp>
              <p:nvGrpSpPr>
                <p:cNvPr id="19595" name="Group 120"/>
                <p:cNvGrpSpPr/>
                <p:nvPr/>
              </p:nvGrpSpPr>
              <p:grpSpPr>
                <a:xfrm>
                  <a:off x="1683" y="3349"/>
                  <a:ext cx="2488" cy="215"/>
                  <a:chOff x="1683" y="3349"/>
                  <a:chExt cx="2488" cy="215"/>
                </a:xfrm>
              </p:grpSpPr>
              <p:sp>
                <p:nvSpPr>
                  <p:cNvPr id="19596" name="Freeform 121"/>
                  <p:cNvSpPr/>
                  <p:nvPr/>
                </p:nvSpPr>
                <p:spPr>
                  <a:xfrm>
                    <a:off x="2523" y="3353"/>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sp>
                <p:nvSpPr>
                  <p:cNvPr id="19597" name="Freeform 122"/>
                  <p:cNvSpPr/>
                  <p:nvPr/>
                </p:nvSpPr>
                <p:spPr>
                  <a:xfrm>
                    <a:off x="1683" y="3353"/>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sp>
                <p:nvSpPr>
                  <p:cNvPr id="19598" name="Freeform 123"/>
                  <p:cNvSpPr/>
                  <p:nvPr/>
                </p:nvSpPr>
                <p:spPr>
                  <a:xfrm>
                    <a:off x="3351" y="3349"/>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grpSp>
            <p:grpSp>
              <p:nvGrpSpPr>
                <p:cNvPr id="19599" name="Group 124"/>
                <p:cNvGrpSpPr/>
                <p:nvPr/>
              </p:nvGrpSpPr>
              <p:grpSpPr>
                <a:xfrm flipV="1">
                  <a:off x="1683" y="3129"/>
                  <a:ext cx="2488" cy="215"/>
                  <a:chOff x="1683" y="3349"/>
                  <a:chExt cx="2488" cy="215"/>
                </a:xfrm>
              </p:grpSpPr>
              <p:sp>
                <p:nvSpPr>
                  <p:cNvPr id="19600" name="Freeform 125"/>
                  <p:cNvSpPr/>
                  <p:nvPr/>
                </p:nvSpPr>
                <p:spPr>
                  <a:xfrm>
                    <a:off x="2523" y="3353"/>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sp>
                <p:nvSpPr>
                  <p:cNvPr id="19601" name="Freeform 126"/>
                  <p:cNvSpPr/>
                  <p:nvPr/>
                </p:nvSpPr>
                <p:spPr>
                  <a:xfrm>
                    <a:off x="1683" y="3353"/>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sp>
                <p:nvSpPr>
                  <p:cNvPr id="19602" name="Freeform 127"/>
                  <p:cNvSpPr/>
                  <p:nvPr/>
                </p:nvSpPr>
                <p:spPr>
                  <a:xfrm>
                    <a:off x="3351" y="3349"/>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grpSp>
          </p:grpSp>
          <p:grpSp>
            <p:nvGrpSpPr>
              <p:cNvPr id="19603" name="Group 128"/>
              <p:cNvGrpSpPr/>
              <p:nvPr/>
            </p:nvGrpSpPr>
            <p:grpSpPr>
              <a:xfrm>
                <a:off x="1679" y="3213"/>
                <a:ext cx="2488" cy="291"/>
                <a:chOff x="1683" y="3129"/>
                <a:chExt cx="2488" cy="435"/>
              </a:xfrm>
            </p:grpSpPr>
            <p:grpSp>
              <p:nvGrpSpPr>
                <p:cNvPr id="19604" name="Group 129"/>
                <p:cNvGrpSpPr/>
                <p:nvPr/>
              </p:nvGrpSpPr>
              <p:grpSpPr>
                <a:xfrm>
                  <a:off x="1683" y="3349"/>
                  <a:ext cx="2488" cy="215"/>
                  <a:chOff x="1683" y="3349"/>
                  <a:chExt cx="2488" cy="215"/>
                </a:xfrm>
              </p:grpSpPr>
              <p:sp>
                <p:nvSpPr>
                  <p:cNvPr id="19605" name="Freeform 130"/>
                  <p:cNvSpPr/>
                  <p:nvPr/>
                </p:nvSpPr>
                <p:spPr>
                  <a:xfrm>
                    <a:off x="2523" y="3353"/>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sp>
                <p:nvSpPr>
                  <p:cNvPr id="19606" name="Freeform 131"/>
                  <p:cNvSpPr/>
                  <p:nvPr/>
                </p:nvSpPr>
                <p:spPr>
                  <a:xfrm>
                    <a:off x="1683" y="3353"/>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sp>
                <p:nvSpPr>
                  <p:cNvPr id="19607" name="Freeform 132"/>
                  <p:cNvSpPr/>
                  <p:nvPr/>
                </p:nvSpPr>
                <p:spPr>
                  <a:xfrm>
                    <a:off x="3351" y="3349"/>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grpSp>
            <p:grpSp>
              <p:nvGrpSpPr>
                <p:cNvPr id="19608" name="Group 133"/>
                <p:cNvGrpSpPr/>
                <p:nvPr/>
              </p:nvGrpSpPr>
              <p:grpSpPr>
                <a:xfrm flipV="1">
                  <a:off x="1683" y="3129"/>
                  <a:ext cx="2488" cy="215"/>
                  <a:chOff x="1683" y="3349"/>
                  <a:chExt cx="2488" cy="215"/>
                </a:xfrm>
              </p:grpSpPr>
              <p:sp>
                <p:nvSpPr>
                  <p:cNvPr id="19609" name="Freeform 134"/>
                  <p:cNvSpPr/>
                  <p:nvPr/>
                </p:nvSpPr>
                <p:spPr>
                  <a:xfrm>
                    <a:off x="2523" y="3353"/>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sp>
                <p:nvSpPr>
                  <p:cNvPr id="19610" name="Freeform 135"/>
                  <p:cNvSpPr/>
                  <p:nvPr/>
                </p:nvSpPr>
                <p:spPr>
                  <a:xfrm>
                    <a:off x="1683" y="3353"/>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sp>
                <p:nvSpPr>
                  <p:cNvPr id="19611" name="Freeform 136"/>
                  <p:cNvSpPr/>
                  <p:nvPr/>
                </p:nvSpPr>
                <p:spPr>
                  <a:xfrm>
                    <a:off x="3351" y="3349"/>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grpSp>
          </p:grpSp>
          <p:grpSp>
            <p:nvGrpSpPr>
              <p:cNvPr id="19612" name="Group 137"/>
              <p:cNvGrpSpPr/>
              <p:nvPr/>
            </p:nvGrpSpPr>
            <p:grpSpPr>
              <a:xfrm>
                <a:off x="1683" y="3293"/>
                <a:ext cx="2488" cy="131"/>
                <a:chOff x="1683" y="3129"/>
                <a:chExt cx="2488" cy="435"/>
              </a:xfrm>
            </p:grpSpPr>
            <p:grpSp>
              <p:nvGrpSpPr>
                <p:cNvPr id="19613" name="Group 138"/>
                <p:cNvGrpSpPr/>
                <p:nvPr/>
              </p:nvGrpSpPr>
              <p:grpSpPr>
                <a:xfrm>
                  <a:off x="1683" y="3349"/>
                  <a:ext cx="2488" cy="215"/>
                  <a:chOff x="1683" y="3349"/>
                  <a:chExt cx="2488" cy="215"/>
                </a:xfrm>
              </p:grpSpPr>
              <p:sp>
                <p:nvSpPr>
                  <p:cNvPr id="19614" name="Freeform 139"/>
                  <p:cNvSpPr/>
                  <p:nvPr/>
                </p:nvSpPr>
                <p:spPr>
                  <a:xfrm>
                    <a:off x="2523" y="3353"/>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sp>
                <p:nvSpPr>
                  <p:cNvPr id="19615" name="Freeform 140"/>
                  <p:cNvSpPr/>
                  <p:nvPr/>
                </p:nvSpPr>
                <p:spPr>
                  <a:xfrm>
                    <a:off x="1683" y="3353"/>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sp>
                <p:nvSpPr>
                  <p:cNvPr id="19616" name="Freeform 141"/>
                  <p:cNvSpPr/>
                  <p:nvPr/>
                </p:nvSpPr>
                <p:spPr>
                  <a:xfrm>
                    <a:off x="3351" y="3349"/>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grpSp>
            <p:grpSp>
              <p:nvGrpSpPr>
                <p:cNvPr id="19617" name="Group 142"/>
                <p:cNvGrpSpPr/>
                <p:nvPr/>
              </p:nvGrpSpPr>
              <p:grpSpPr>
                <a:xfrm flipV="1">
                  <a:off x="1683" y="3129"/>
                  <a:ext cx="2488" cy="215"/>
                  <a:chOff x="1683" y="3349"/>
                  <a:chExt cx="2488" cy="215"/>
                </a:xfrm>
              </p:grpSpPr>
              <p:sp>
                <p:nvSpPr>
                  <p:cNvPr id="19618" name="Freeform 143"/>
                  <p:cNvSpPr/>
                  <p:nvPr/>
                </p:nvSpPr>
                <p:spPr>
                  <a:xfrm>
                    <a:off x="2523" y="3353"/>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sp>
                <p:nvSpPr>
                  <p:cNvPr id="19619" name="Freeform 144"/>
                  <p:cNvSpPr/>
                  <p:nvPr/>
                </p:nvSpPr>
                <p:spPr>
                  <a:xfrm>
                    <a:off x="1683" y="3353"/>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sp>
                <p:nvSpPr>
                  <p:cNvPr id="19620" name="Freeform 145"/>
                  <p:cNvSpPr/>
                  <p:nvPr/>
                </p:nvSpPr>
                <p:spPr>
                  <a:xfrm>
                    <a:off x="3351" y="3349"/>
                    <a:ext cx="820" cy="211"/>
                  </a:xfrm>
                  <a:custGeom>
                    <a:avLst/>
                    <a:gdLst/>
                    <a:ahLst/>
                    <a:cxnLst>
                      <a:cxn ang="0">
                        <a:pos x="0" y="1"/>
                      </a:cxn>
                      <a:cxn ang="0">
                        <a:pos x="409" y="211"/>
                      </a:cxn>
                      <a:cxn ang="0">
                        <a:pos x="820" y="0"/>
                      </a:cxn>
                    </a:cxnLst>
                    <a:pathLst>
                      <a:path w="820" h="211">
                        <a:moveTo>
                          <a:pt x="0" y="1"/>
                        </a:moveTo>
                        <a:cubicBezTo>
                          <a:pt x="136" y="106"/>
                          <a:pt x="272" y="211"/>
                          <a:pt x="409" y="211"/>
                        </a:cubicBezTo>
                        <a:cubicBezTo>
                          <a:pt x="546" y="211"/>
                          <a:pt x="683" y="105"/>
                          <a:pt x="820" y="0"/>
                        </a:cubicBezTo>
                      </a:path>
                    </a:pathLst>
                  </a:custGeom>
                  <a:noFill/>
                  <a:ln w="28575" cap="rnd" cmpd="sng">
                    <a:solidFill>
                      <a:schemeClr val="tx1"/>
                    </a:solidFill>
                    <a:prstDash val="sysDot"/>
                    <a:round/>
                    <a:headEnd type="none" w="med" len="med"/>
                    <a:tailEnd type="none" w="med" len="med"/>
                  </a:ln>
                </p:spPr>
                <p:txBody>
                  <a:bodyPr/>
                  <a:p>
                    <a:endParaRPr lang="zh-CN" altLang="en-US"/>
                  </a:p>
                </p:txBody>
              </p:sp>
            </p:grpSp>
          </p:grpSp>
        </p:grpSp>
      </p:grpSp>
      <p:sp useBgFill="1">
        <p:nvSpPr>
          <p:cNvPr id="19621" name="椭圆形标注 54328"/>
          <p:cNvSpPr/>
          <p:nvPr/>
        </p:nvSpPr>
        <p:spPr>
          <a:xfrm>
            <a:off x="2178050" y="5745163"/>
            <a:ext cx="1363663" cy="515937"/>
          </a:xfrm>
          <a:prstGeom prst="wedgeEllipseCallout">
            <a:avLst>
              <a:gd name="adj1" fmla="val 18065"/>
              <a:gd name="adj2" fmla="val -105667"/>
            </a:avLst>
          </a:prstGeom>
          <a:ln w="9525" cap="flat" cmpd="sng">
            <a:solidFill>
              <a:schemeClr val="tx1"/>
            </a:solidFill>
            <a:prstDash val="solid"/>
            <a:miter/>
            <a:headEnd type="none" w="med" len="med"/>
            <a:tailEnd type="none" w="med" len="med"/>
          </a:ln>
        </p:spPr>
        <p:txBody>
          <a:bodyPr lIns="36000" tIns="36000" rIns="36000" bIns="36000" anchor="ctr"/>
          <a:p>
            <a:pPr algn="ctr"/>
            <a:r>
              <a:rPr lang="zh-CN" altLang="en-US" dirty="0">
                <a:latin typeface="Times New Roman" panose="02020603050405020304" pitchFamily="18" charset="0"/>
                <a:ea typeface="宋体" panose="02010600030101010101" pitchFamily="2" charset="-122"/>
              </a:rPr>
              <a:t>波腹</a:t>
            </a:r>
            <a:endParaRPr lang="zh-CN" altLang="en-US" dirty="0">
              <a:latin typeface="Times New Roman" panose="02020603050405020304" pitchFamily="18" charset="0"/>
              <a:ea typeface="宋体" panose="02010600030101010101" pitchFamily="2" charset="-122"/>
            </a:endParaRPr>
          </a:p>
        </p:txBody>
      </p:sp>
      <p:sp useBgFill="1">
        <p:nvSpPr>
          <p:cNvPr id="19622" name="椭圆形标注 54328"/>
          <p:cNvSpPr/>
          <p:nvPr/>
        </p:nvSpPr>
        <p:spPr>
          <a:xfrm>
            <a:off x="4340225" y="5526088"/>
            <a:ext cx="1520825" cy="515937"/>
          </a:xfrm>
          <a:prstGeom prst="wedgeEllipseCallout">
            <a:avLst>
              <a:gd name="adj1" fmla="val -17759"/>
              <a:gd name="adj2" fmla="val -118370"/>
            </a:avLst>
          </a:prstGeom>
          <a:ln w="9525" cap="flat" cmpd="sng">
            <a:solidFill>
              <a:schemeClr val="tx1"/>
            </a:solidFill>
            <a:prstDash val="solid"/>
            <a:miter/>
            <a:headEnd type="none" w="med" len="med"/>
            <a:tailEnd type="none" w="med" len="med"/>
          </a:ln>
        </p:spPr>
        <p:txBody>
          <a:bodyPr lIns="36000" tIns="36000" rIns="36000" bIns="36000" anchor="ctr"/>
          <a:p>
            <a:pPr algn="ctr"/>
            <a:r>
              <a:rPr lang="zh-CN" altLang="en-US" dirty="0">
                <a:latin typeface="Times New Roman" panose="02020603050405020304" pitchFamily="18" charset="0"/>
                <a:ea typeface="宋体" panose="02010600030101010101" pitchFamily="2" charset="-122"/>
              </a:rPr>
              <a:t>波节</a:t>
            </a:r>
            <a:endParaRPr lang="zh-CN" altLang="en-US" dirty="0">
              <a:latin typeface="Times New Roman" panose="02020603050405020304" pitchFamily="18" charset="0"/>
              <a:ea typeface="宋体" panose="02010600030101010101" pitchFamily="2" charset="-122"/>
            </a:endParaRPr>
          </a:p>
        </p:txBody>
      </p:sp>
      <p:sp>
        <p:nvSpPr>
          <p:cNvPr id="19623" name="标题 52275"/>
          <p:cNvSpPr>
            <a:spLocks noGrp="1"/>
          </p:cNvSpPr>
          <p:nvPr/>
        </p:nvSpPr>
        <p:spPr>
          <a:xfrm>
            <a:off x="254000" y="96838"/>
            <a:ext cx="6718300" cy="755650"/>
          </a:xfrm>
          <a:prstGeom prst="rect">
            <a:avLst/>
          </a:prstGeom>
          <a:noFill/>
          <a:ln w="9525">
            <a:noFill/>
          </a:ln>
        </p:spPr>
        <p:txBody>
          <a:bodyPr anchor="b"/>
          <a:p>
            <a:pPr eaLnBrk="0" hangingPunct="0">
              <a:buClr>
                <a:schemeClr val="bg1"/>
              </a:buClr>
            </a:pPr>
            <a:r>
              <a:rPr lang="zh-CN" altLang="en-US" sz="3200" b="1" dirty="0">
                <a:latin typeface="Times New Roman" panose="02020603050405020304" pitchFamily="18" charset="0"/>
                <a:ea typeface="宋体" panose="02010600030101010101" pitchFamily="2" charset="-122"/>
              </a:rPr>
              <a:t>一、 实 验 原 理</a:t>
            </a:r>
            <a:r>
              <a:rPr lang="zh-CN" altLang="en-US" sz="3200" b="1" dirty="0">
                <a:latin typeface="Times New Roman" panose="02020603050405020304" pitchFamily="18" charset="0"/>
                <a:ea typeface="宋体" panose="02010600030101010101" pitchFamily="2" charset="-122"/>
                <a:sym typeface="宋体" panose="02010600030101010101" pitchFamily="2" charset="-122"/>
              </a:rPr>
              <a:t>（驻波法）</a:t>
            </a:r>
            <a:endParaRPr lang="zh-CN" altLang="en-US" sz="3200" b="1" dirty="0">
              <a:latin typeface="Times New Roman" panose="02020603050405020304" pitchFamily="18" charset="0"/>
              <a:ea typeface="宋体" panose="02010600030101010101" pitchFamily="2" charset="-122"/>
            </a:endParaRPr>
          </a:p>
        </p:txBody>
      </p:sp>
      <p:sp>
        <p:nvSpPr>
          <p:cNvPr id="19624" name="流程图: 可选过程 54274"/>
          <p:cNvSpPr/>
          <p:nvPr/>
        </p:nvSpPr>
        <p:spPr>
          <a:xfrm>
            <a:off x="609600" y="1089025"/>
            <a:ext cx="4114800" cy="115888"/>
          </a:xfrm>
          <a:prstGeom prst="flowChartAlternateProcess">
            <a:avLst/>
          </a:prstGeom>
          <a:gradFill rotWithShape="0">
            <a:gsLst>
              <a:gs pos="0">
                <a:srgbClr val="005CBF">
                  <a:alpha val="100000"/>
                </a:srgbClr>
              </a:gs>
              <a:gs pos="25000">
                <a:srgbClr val="0087E6">
                  <a:alpha val="100000"/>
                </a:srgbClr>
              </a:gs>
              <a:gs pos="75000">
                <a:srgbClr val="21D6E0">
                  <a:alpha val="100000"/>
                </a:srgbClr>
              </a:gs>
              <a:gs pos="100000">
                <a:srgbClr val="03D4A8">
                  <a:alpha val="100000"/>
                </a:srgbClr>
              </a:gs>
            </a:gsLst>
            <a:lin ang="0" scaled="1"/>
            <a:tileRect/>
          </a:gradFill>
          <a:ln w="9525">
            <a:noFill/>
          </a:ln>
        </p:spPr>
        <p:txBody>
          <a:bodyPr anchor="t"/>
          <a:p>
            <a:endParaRPr lang="zh-CN" altLang="en-US">
              <a:latin typeface="Arial" panose="020B0604020202020204" pitchFamily="34" charset="0"/>
              <a:ea typeface="宋体" panose="02010600030101010101" pitchFamily="2" charset="-122"/>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9" name="矩形 72708"/>
          <p:cNvSpPr/>
          <p:nvPr/>
        </p:nvSpPr>
        <p:spPr>
          <a:xfrm>
            <a:off x="395288" y="979488"/>
            <a:ext cx="8281988" cy="5184775"/>
          </a:xfrm>
          <a:prstGeom prst="rect">
            <a:avLst/>
          </a:prstGeom>
          <a:noFill/>
          <a:ln w="9525">
            <a:noFill/>
          </a:ln>
        </p:spPr>
        <p:txBody>
          <a:bodyPr lIns="92075" tIns="46038" rIns="92075" bIns="46038"/>
          <a:p>
            <a:pPr marL="342900" indent="-342900" fontAlgn="base">
              <a:lnSpc>
                <a:spcPct val="150000"/>
              </a:lnSpc>
              <a:spcBef>
                <a:spcPct val="20000"/>
              </a:spcBef>
              <a:buClr>
                <a:schemeClr val="hlink"/>
              </a:buClr>
              <a:buSzPct val="70000"/>
              <a:buFont typeface="Wingdings" panose="05000000000000000000" pitchFamily="2" charset="2"/>
              <a:buChar char="n"/>
            </a:pPr>
            <a:r>
              <a:rPr lang="zh-CN" altLang="en-US" sz="24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当换能器</a:t>
            </a:r>
            <a:r>
              <a:rPr lang="en-US" altLang="zh-CN" sz="2400" strike="noStrike" noProof="1">
                <a:effectLst>
                  <a:outerShdw blurRad="38100" dist="38100" dir="2700000">
                    <a:srgbClr val="C0C0C0"/>
                  </a:outerShdw>
                </a:effectLst>
                <a:latin typeface="仿宋" panose="02010609060101010101" charset="-122"/>
                <a:ea typeface="仿宋" panose="02010609060101010101" charset="-122"/>
                <a:cs typeface="仿宋" panose="02010609060101010101" charset="-122"/>
              </a:rPr>
              <a:t>S</a:t>
            </a:r>
            <a:r>
              <a:rPr lang="en-US" altLang="zh-CN" sz="2400" strike="noStrike" baseline="-25000" noProof="1">
                <a:effectLst>
                  <a:outerShdw blurRad="38100" dist="38100" dir="2700000">
                    <a:srgbClr val="C0C0C0"/>
                  </a:outerShdw>
                </a:effectLst>
                <a:latin typeface="仿宋" panose="02010609060101010101" charset="-122"/>
                <a:ea typeface="仿宋" panose="02010609060101010101" charset="-122"/>
                <a:cs typeface="仿宋" panose="02010609060101010101" charset="-122"/>
              </a:rPr>
              <a:t>1</a:t>
            </a:r>
            <a:r>
              <a:rPr lang="zh-CN" altLang="en-US" sz="24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与</a:t>
            </a:r>
            <a:r>
              <a:rPr lang="en-US" altLang="zh-CN" sz="2400" strike="noStrike" noProof="1">
                <a:effectLst>
                  <a:outerShdw blurRad="38100" dist="38100" dir="2700000">
                    <a:srgbClr val="C0C0C0"/>
                  </a:outerShdw>
                </a:effectLst>
                <a:latin typeface="仿宋" panose="02010609060101010101" charset="-122"/>
                <a:ea typeface="仿宋" panose="02010609060101010101" charset="-122"/>
                <a:cs typeface="仿宋" panose="02010609060101010101" charset="-122"/>
              </a:rPr>
              <a:t>S</a:t>
            </a:r>
            <a:r>
              <a:rPr lang="en-US" altLang="zh-CN" sz="2400" strike="noStrike" baseline="-25000" noProof="1">
                <a:effectLst>
                  <a:outerShdw blurRad="38100" dist="38100" dir="2700000">
                    <a:srgbClr val="C0C0C0"/>
                  </a:outerShdw>
                </a:effectLst>
                <a:latin typeface="仿宋" panose="02010609060101010101" charset="-122"/>
                <a:ea typeface="仿宋" panose="02010609060101010101" charset="-122"/>
                <a:cs typeface="仿宋" panose="02010609060101010101" charset="-122"/>
              </a:rPr>
              <a:t>2</a:t>
            </a:r>
            <a:r>
              <a:rPr lang="zh-CN" altLang="en-US" sz="24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的表面平行时，且</a:t>
            </a:r>
            <a:r>
              <a:rPr lang="en-US" altLang="zh-CN" sz="24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2</a:t>
            </a:r>
            <a:r>
              <a:rPr lang="zh-CN" altLang="en-US" sz="24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个换能器之间的距离为半波长的整数倍时，则在</a:t>
            </a:r>
            <a:r>
              <a:rPr lang="en-US" altLang="zh-CN" sz="2400" strike="noStrike" noProof="1">
                <a:effectLst>
                  <a:outerShdw blurRad="38100" dist="38100" dir="2700000">
                    <a:srgbClr val="C0C0C0"/>
                  </a:outerShdw>
                </a:effectLst>
                <a:latin typeface="仿宋" panose="02010609060101010101" charset="-122"/>
                <a:ea typeface="仿宋" panose="02010609060101010101" charset="-122"/>
                <a:cs typeface="仿宋" panose="02010609060101010101" charset="-122"/>
              </a:rPr>
              <a:t>S</a:t>
            </a:r>
            <a:r>
              <a:rPr lang="en-US" altLang="zh-CN" sz="2400" strike="noStrike" baseline="-25000" noProof="1">
                <a:effectLst>
                  <a:outerShdw blurRad="38100" dist="38100" dir="2700000">
                    <a:srgbClr val="C0C0C0"/>
                  </a:outerShdw>
                </a:effectLst>
                <a:latin typeface="仿宋" panose="02010609060101010101" charset="-122"/>
                <a:ea typeface="仿宋" panose="02010609060101010101" charset="-122"/>
                <a:cs typeface="仿宋" panose="02010609060101010101" charset="-122"/>
              </a:rPr>
              <a:t>1</a:t>
            </a:r>
            <a:r>
              <a:rPr lang="zh-CN" altLang="en-US" sz="24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a:t>
            </a:r>
            <a:r>
              <a:rPr lang="en-US" altLang="zh-CN" sz="2400" strike="noStrike" noProof="1">
                <a:effectLst>
                  <a:outerShdw blurRad="38100" dist="38100" dir="2700000">
                    <a:srgbClr val="C0C0C0"/>
                  </a:outerShdw>
                </a:effectLst>
                <a:latin typeface="仿宋" panose="02010609060101010101" charset="-122"/>
                <a:ea typeface="仿宋" panose="02010609060101010101" charset="-122"/>
                <a:cs typeface="仿宋" panose="02010609060101010101" charset="-122"/>
              </a:rPr>
              <a:t>S</a:t>
            </a:r>
            <a:r>
              <a:rPr lang="en-US" altLang="zh-CN" sz="2400" strike="noStrike" baseline="-25000" noProof="1">
                <a:effectLst>
                  <a:outerShdw blurRad="38100" dist="38100" dir="2700000">
                    <a:srgbClr val="C0C0C0"/>
                  </a:outerShdw>
                </a:effectLst>
                <a:latin typeface="仿宋" panose="02010609060101010101" charset="-122"/>
                <a:ea typeface="仿宋" panose="02010609060101010101" charset="-122"/>
                <a:cs typeface="仿宋" panose="02010609060101010101" charset="-122"/>
              </a:rPr>
              <a:t>2</a:t>
            </a:r>
            <a:r>
              <a:rPr lang="zh-CN" altLang="en-US" sz="24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两表面之间形成驻波，在接收换能器</a:t>
            </a:r>
            <a:r>
              <a:rPr lang="en-US" altLang="zh-CN" sz="2400" strike="noStrike" noProof="1">
                <a:effectLst>
                  <a:outerShdw blurRad="38100" dist="38100" dir="2700000">
                    <a:srgbClr val="C0C0C0"/>
                  </a:outerShdw>
                </a:effectLst>
                <a:latin typeface="仿宋" panose="02010609060101010101" charset="-122"/>
                <a:ea typeface="仿宋" panose="02010609060101010101" charset="-122"/>
                <a:cs typeface="仿宋" panose="02010609060101010101" charset="-122"/>
              </a:rPr>
              <a:t>S</a:t>
            </a:r>
            <a:r>
              <a:rPr lang="en-US" altLang="zh-CN" sz="2400" strike="noStrike" baseline="-25000" noProof="1">
                <a:effectLst>
                  <a:outerShdw blurRad="38100" dist="38100" dir="2700000">
                    <a:srgbClr val="C0C0C0"/>
                  </a:outerShdw>
                </a:effectLst>
                <a:latin typeface="仿宋" panose="02010609060101010101" charset="-122"/>
                <a:ea typeface="仿宋" panose="02010609060101010101" charset="-122"/>
                <a:cs typeface="仿宋" panose="02010609060101010101" charset="-122"/>
              </a:rPr>
              <a:t>2</a:t>
            </a:r>
            <a:r>
              <a:rPr lang="zh-CN" altLang="en-US" sz="24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处是振幅的波节位置（理论推导）、声压的波腹位置，即该处介质位移为零，声压最大，此时接收器</a:t>
            </a:r>
            <a:r>
              <a:rPr lang="en-US" altLang="zh-CN" sz="2400" strike="noStrike" noProof="1">
                <a:effectLst>
                  <a:outerShdw blurRad="38100" dist="38100" dir="2700000">
                    <a:srgbClr val="C0C0C0"/>
                  </a:outerShdw>
                </a:effectLst>
                <a:latin typeface="仿宋" panose="02010609060101010101" charset="-122"/>
                <a:ea typeface="仿宋" panose="02010609060101010101" charset="-122"/>
                <a:cs typeface="仿宋" panose="02010609060101010101" charset="-122"/>
              </a:rPr>
              <a:t>S</a:t>
            </a:r>
            <a:r>
              <a:rPr lang="en-US" altLang="zh-CN" sz="2400" strike="noStrike" baseline="-25000" noProof="1">
                <a:effectLst>
                  <a:outerShdw blurRad="38100" dist="38100" dir="2700000">
                    <a:srgbClr val="C0C0C0"/>
                  </a:outerShdw>
                </a:effectLst>
                <a:latin typeface="仿宋" panose="02010609060101010101" charset="-122"/>
                <a:ea typeface="仿宋" panose="02010609060101010101" charset="-122"/>
                <a:cs typeface="仿宋" panose="02010609060101010101" charset="-122"/>
              </a:rPr>
              <a:t>2</a:t>
            </a:r>
            <a:r>
              <a:rPr lang="zh-CN" altLang="en-US" sz="24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表面的声压振幅最大，</a:t>
            </a:r>
            <a:r>
              <a:rPr lang="zh-CN" altLang="en-US" sz="2400" strike="noStrike" noProof="1" dirty="0">
                <a:solidFill>
                  <a:srgbClr val="FF0000"/>
                </a:solidFill>
                <a:effectLst>
                  <a:outerShdw blurRad="38100" dist="38100" dir="2700000">
                    <a:srgbClr val="C0C0C0"/>
                  </a:outerShdw>
                </a:effectLst>
                <a:latin typeface="仿宋" panose="02010609060101010101" charset="-122"/>
                <a:ea typeface="仿宋" panose="02010609060101010101" charset="-122"/>
                <a:cs typeface="仿宋" panose="02010609060101010101" charset="-122"/>
              </a:rPr>
              <a:t>改变</a:t>
            </a:r>
            <a:r>
              <a:rPr lang="en-US" altLang="zh-CN" sz="2400" strike="noStrike" noProof="1">
                <a:solidFill>
                  <a:srgbClr val="FF0000"/>
                </a:solidFill>
                <a:effectLst>
                  <a:outerShdw blurRad="38100" dist="38100" dir="2700000">
                    <a:srgbClr val="C0C0C0"/>
                  </a:outerShdw>
                </a:effectLst>
                <a:latin typeface="仿宋" panose="02010609060101010101" charset="-122"/>
                <a:ea typeface="仿宋" panose="02010609060101010101" charset="-122"/>
                <a:cs typeface="仿宋" panose="02010609060101010101" charset="-122"/>
              </a:rPr>
              <a:t>S</a:t>
            </a:r>
            <a:r>
              <a:rPr lang="en-US" altLang="zh-CN" sz="2400" strike="noStrike" baseline="-25000" noProof="1">
                <a:solidFill>
                  <a:srgbClr val="FF0000"/>
                </a:solidFill>
                <a:effectLst>
                  <a:outerShdw blurRad="38100" dist="38100" dir="2700000">
                    <a:srgbClr val="C0C0C0"/>
                  </a:outerShdw>
                </a:effectLst>
                <a:latin typeface="仿宋" panose="02010609060101010101" charset="-122"/>
                <a:ea typeface="仿宋" panose="02010609060101010101" charset="-122"/>
                <a:cs typeface="仿宋" panose="02010609060101010101" charset="-122"/>
              </a:rPr>
              <a:t>1</a:t>
            </a:r>
            <a:r>
              <a:rPr lang="zh-CN" altLang="en-US" sz="2400" strike="noStrike" noProof="1">
                <a:solidFill>
                  <a:srgbClr val="FF0000"/>
                </a:solidFill>
                <a:effectLst>
                  <a:outerShdw blurRad="38100" dist="38100" dir="2700000">
                    <a:srgbClr val="C0C0C0"/>
                  </a:outerShdw>
                </a:effectLst>
                <a:latin typeface="仿宋" panose="02010609060101010101" charset="-122"/>
                <a:ea typeface="仿宋" panose="02010609060101010101" charset="-122"/>
                <a:cs typeface="仿宋" panose="02010609060101010101" charset="-122"/>
              </a:rPr>
              <a:t>、</a:t>
            </a:r>
            <a:r>
              <a:rPr lang="en-US" altLang="zh-CN" sz="2400" strike="noStrike" noProof="1">
                <a:solidFill>
                  <a:srgbClr val="FF0000"/>
                </a:solidFill>
                <a:effectLst>
                  <a:outerShdw blurRad="38100" dist="38100" dir="2700000">
                    <a:srgbClr val="C0C0C0"/>
                  </a:outerShdw>
                </a:effectLst>
                <a:latin typeface="仿宋" panose="02010609060101010101" charset="-122"/>
                <a:ea typeface="仿宋" panose="02010609060101010101" charset="-122"/>
                <a:cs typeface="仿宋" panose="02010609060101010101" charset="-122"/>
              </a:rPr>
              <a:t>S</a:t>
            </a:r>
            <a:r>
              <a:rPr lang="en-US" altLang="zh-CN" sz="2400" strike="noStrike" baseline="-25000" noProof="1">
                <a:solidFill>
                  <a:srgbClr val="FF0000"/>
                </a:solidFill>
                <a:effectLst>
                  <a:outerShdw blurRad="38100" dist="38100" dir="2700000">
                    <a:srgbClr val="C0C0C0"/>
                  </a:outerShdw>
                </a:effectLst>
                <a:latin typeface="仿宋" panose="02010609060101010101" charset="-122"/>
                <a:ea typeface="仿宋" panose="02010609060101010101" charset="-122"/>
                <a:cs typeface="仿宋" panose="02010609060101010101" charset="-122"/>
              </a:rPr>
              <a:t>2</a:t>
            </a:r>
            <a:r>
              <a:rPr lang="zh-CN" altLang="en-US" sz="2400" strike="noStrike" noProof="1" dirty="0">
                <a:solidFill>
                  <a:srgbClr val="FF0000"/>
                </a:solidFill>
                <a:effectLst>
                  <a:outerShdw blurRad="38100" dist="38100" dir="2700000">
                    <a:srgbClr val="C0C0C0"/>
                  </a:outerShdw>
                </a:effectLst>
                <a:latin typeface="仿宋" panose="02010609060101010101" charset="-122"/>
                <a:ea typeface="仿宋" panose="02010609060101010101" charset="-122"/>
                <a:cs typeface="仿宋" panose="02010609060101010101" charset="-122"/>
              </a:rPr>
              <a:t>的间距，可以测量到一系列的声压最大的位置，而这些相邻位置的间距就是超声波半波长的大小</a:t>
            </a:r>
            <a:r>
              <a:rPr lang="zh-CN" altLang="en-US" sz="24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a:t>
            </a:r>
            <a:endParaRPr lang="zh-CN" altLang="en-US" sz="24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endParaRPr>
          </a:p>
          <a:p>
            <a:pPr marL="342900" indent="-342900" fontAlgn="base">
              <a:lnSpc>
                <a:spcPct val="150000"/>
              </a:lnSpc>
              <a:spcBef>
                <a:spcPct val="20000"/>
              </a:spcBef>
              <a:buClr>
                <a:schemeClr val="hlink"/>
              </a:buClr>
              <a:buSzPct val="70000"/>
              <a:buFont typeface="Wingdings" panose="05000000000000000000" pitchFamily="2" charset="2"/>
              <a:buChar char="n"/>
            </a:pPr>
            <a:r>
              <a:rPr lang="zh-CN" altLang="en-US" sz="24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利用示波器来观测经换能器</a:t>
            </a:r>
            <a:r>
              <a:rPr lang="en-US" altLang="zh-CN" sz="2400" strike="noStrike" noProof="1">
                <a:effectLst>
                  <a:outerShdw blurRad="38100" dist="38100" dir="2700000">
                    <a:srgbClr val="C0C0C0"/>
                  </a:outerShdw>
                </a:effectLst>
                <a:latin typeface="仿宋" panose="02010609060101010101" charset="-122"/>
                <a:ea typeface="仿宋" panose="02010609060101010101" charset="-122"/>
                <a:cs typeface="仿宋" panose="02010609060101010101" charset="-122"/>
              </a:rPr>
              <a:t>S</a:t>
            </a:r>
            <a:r>
              <a:rPr lang="en-US" altLang="zh-CN" sz="2400" strike="noStrike" baseline="-25000" noProof="1">
                <a:effectLst>
                  <a:outerShdw blurRad="38100" dist="38100" dir="2700000">
                    <a:srgbClr val="C0C0C0"/>
                  </a:outerShdw>
                </a:effectLst>
                <a:latin typeface="仿宋" panose="02010609060101010101" charset="-122"/>
                <a:ea typeface="仿宋" panose="02010609060101010101" charset="-122"/>
                <a:cs typeface="仿宋" panose="02010609060101010101" charset="-122"/>
              </a:rPr>
              <a:t>2</a:t>
            </a:r>
            <a:r>
              <a:rPr lang="zh-CN" altLang="en-US" sz="24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产生的电信号波形，以确定振幅的最大位置。</a:t>
            </a:r>
            <a:endParaRPr lang="zh-CN" altLang="en-US" sz="24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endParaRPr>
          </a:p>
        </p:txBody>
      </p:sp>
      <p:sp>
        <p:nvSpPr>
          <p:cNvPr id="20482" name="标题 52275"/>
          <p:cNvSpPr>
            <a:spLocks noGrp="1"/>
          </p:cNvSpPr>
          <p:nvPr/>
        </p:nvSpPr>
        <p:spPr>
          <a:xfrm>
            <a:off x="254000" y="84138"/>
            <a:ext cx="6718300" cy="755650"/>
          </a:xfrm>
          <a:prstGeom prst="rect">
            <a:avLst/>
          </a:prstGeom>
          <a:noFill/>
          <a:ln w="9525">
            <a:noFill/>
          </a:ln>
        </p:spPr>
        <p:txBody>
          <a:bodyPr anchor="b"/>
          <a:p>
            <a:pPr eaLnBrk="0" hangingPunct="0">
              <a:buClr>
                <a:schemeClr val="bg1"/>
              </a:buClr>
            </a:pPr>
            <a:r>
              <a:rPr lang="zh-CN" altLang="en-US" sz="3200" b="1" dirty="0">
                <a:latin typeface="Times New Roman" panose="02020603050405020304" pitchFamily="18" charset="0"/>
                <a:ea typeface="宋体" panose="02010600030101010101" pitchFamily="2" charset="-122"/>
              </a:rPr>
              <a:t>一、 实 验 原 理</a:t>
            </a:r>
            <a:r>
              <a:rPr lang="zh-CN" altLang="en-US" sz="3200" b="1" dirty="0">
                <a:latin typeface="Times New Roman" panose="02020603050405020304" pitchFamily="18" charset="0"/>
                <a:ea typeface="宋体" panose="02010600030101010101" pitchFamily="2" charset="-122"/>
                <a:sym typeface="宋体" panose="02010600030101010101" pitchFamily="2" charset="-122"/>
              </a:rPr>
              <a:t>（驻波法）</a:t>
            </a:r>
            <a:endParaRPr lang="zh-CN" altLang="en-US" sz="3200" b="1" dirty="0">
              <a:latin typeface="Times New Roman" panose="02020603050405020304" pitchFamily="18" charset="0"/>
              <a:ea typeface="宋体" panose="02010600030101010101" pitchFamily="2" charset="-122"/>
            </a:endParaRPr>
          </a:p>
        </p:txBody>
      </p:sp>
      <p:sp>
        <p:nvSpPr>
          <p:cNvPr id="20483" name="流程图: 可选过程 55302"/>
          <p:cNvSpPr/>
          <p:nvPr/>
        </p:nvSpPr>
        <p:spPr>
          <a:xfrm>
            <a:off x="609600" y="801688"/>
            <a:ext cx="4114800" cy="115887"/>
          </a:xfrm>
          <a:prstGeom prst="flowChartAlternateProcess">
            <a:avLst/>
          </a:prstGeom>
          <a:gradFill rotWithShape="0">
            <a:gsLst>
              <a:gs pos="0">
                <a:srgbClr val="005CBF">
                  <a:alpha val="100000"/>
                </a:srgbClr>
              </a:gs>
              <a:gs pos="25000">
                <a:srgbClr val="0087E6">
                  <a:alpha val="100000"/>
                </a:srgbClr>
              </a:gs>
              <a:gs pos="75000">
                <a:srgbClr val="21D6E0">
                  <a:alpha val="100000"/>
                </a:srgbClr>
              </a:gs>
              <a:gs pos="100000">
                <a:srgbClr val="03D4A8">
                  <a:alpha val="100000"/>
                </a:srgbClr>
              </a:gs>
            </a:gsLst>
            <a:lin ang="0" scaled="1"/>
            <a:tileRect/>
          </a:gradFill>
          <a:ln w="9525">
            <a:noFill/>
          </a:ln>
        </p:spPr>
        <p:txBody>
          <a:bodyPr anchor="t"/>
          <a:p>
            <a:endParaRPr lang="zh-CN" altLang="en-US">
              <a:latin typeface="Arial" panose="020B0604020202020204" pitchFamily="34" charset="0"/>
              <a:ea typeface="宋体" panose="0201060003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72709"/>
                                        </p:tgtEl>
                                        <p:attrNameLst>
                                          <p:attrName>style.visibility</p:attrName>
                                        </p:attrNameLst>
                                      </p:cBhvr>
                                      <p:to>
                                        <p:strVal val="visible"/>
                                      </p:to>
                                    </p:set>
                                    <p:animEffect transition="in" filter="box(in)">
                                      <p:cBhvr>
                                        <p:cTn id="7" dur="500"/>
                                        <p:tgtEl>
                                          <p:spTgt spid="727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3" name="矩形 73732"/>
          <p:cNvSpPr/>
          <p:nvPr/>
        </p:nvSpPr>
        <p:spPr>
          <a:xfrm>
            <a:off x="533400" y="907415"/>
            <a:ext cx="8035925" cy="2973388"/>
          </a:xfrm>
          <a:prstGeom prst="rect">
            <a:avLst/>
          </a:prstGeom>
          <a:noFill/>
          <a:ln w="9525">
            <a:noFill/>
          </a:ln>
        </p:spPr>
        <p:txBody>
          <a:bodyPr lIns="92075" tIns="46038" rIns="92075" bIns="46038"/>
          <a:p>
            <a:pPr marL="342900" indent="-342900" fontAlgn="base">
              <a:spcBef>
                <a:spcPct val="20000"/>
              </a:spcBef>
              <a:buClr>
                <a:schemeClr val="hlink"/>
              </a:buClr>
              <a:buSzPct val="70000"/>
              <a:buFont typeface="Wingdings" panose="05000000000000000000" pitchFamily="2" charset="2"/>
              <a:buNone/>
            </a:pPr>
            <a:r>
              <a:rPr lang="zh-CN" altLang="en-US" sz="3600" b="1" strike="noStrike" noProof="1" dirty="0">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mn-cs"/>
              </a:rPr>
              <a:t>难点：</a:t>
            </a:r>
            <a:endParaRPr lang="zh-CN" altLang="en-US" sz="3600" b="1" strike="noStrike" noProof="1" dirty="0">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endParaRPr>
          </a:p>
          <a:p>
            <a:pPr marL="342900" indent="-342900" fontAlgn="base">
              <a:spcBef>
                <a:spcPct val="20000"/>
              </a:spcBef>
              <a:buClr>
                <a:schemeClr val="hlink"/>
              </a:buClr>
              <a:buSzPct val="70000"/>
              <a:buFont typeface="Wingdings" panose="05000000000000000000" pitchFamily="2" charset="2"/>
              <a:buNone/>
            </a:pPr>
            <a:r>
              <a:rPr lang="zh-CN" altLang="en-US" sz="20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１、输入信号频率的影响</a:t>
            </a:r>
            <a:endParaRPr lang="zh-CN" altLang="en-US" sz="20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endParaRPr>
          </a:p>
          <a:p>
            <a:pPr marL="342900" indent="-342900" fontAlgn="base">
              <a:spcBef>
                <a:spcPct val="20000"/>
              </a:spcBef>
              <a:buClr>
                <a:schemeClr val="hlink"/>
              </a:buClr>
              <a:buSzPct val="70000"/>
              <a:buFont typeface="Wingdings" panose="05000000000000000000" pitchFamily="2" charset="2"/>
              <a:buNone/>
            </a:pPr>
            <a:r>
              <a:rPr lang="zh-CN" altLang="en-US" sz="20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　　</a:t>
            </a:r>
            <a:r>
              <a:rPr lang="zh-CN" altLang="zh-CN" sz="20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改变输入信号频率，观察接收信号的变化。</a:t>
            </a:r>
            <a:r>
              <a:rPr lang="zh-CN" altLang="en-US" sz="20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在某一频率点处（约</a:t>
            </a:r>
            <a:r>
              <a:rPr lang="en-US" altLang="zh-CN" sz="20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37KHz</a:t>
            </a:r>
            <a:r>
              <a:rPr lang="zh-CN" altLang="en-US" sz="20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）接收器接收信号幅度最大，此频率即是压电换能器</a:t>
            </a:r>
            <a:r>
              <a:rPr lang="en-US" altLang="zh-CN" sz="20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S1</a:t>
            </a:r>
            <a:r>
              <a:rPr lang="zh-CN" altLang="en-US" sz="20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a:t>
            </a:r>
            <a:r>
              <a:rPr lang="en-US" altLang="zh-CN" sz="20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S2</a:t>
            </a:r>
            <a:r>
              <a:rPr lang="zh-CN" altLang="en-US" sz="20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相匹配频率点。实验时保持此频率不变。</a:t>
            </a:r>
            <a:endParaRPr lang="zh-CN" altLang="en-US" sz="20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endParaRPr>
          </a:p>
          <a:p>
            <a:pPr marL="342900" indent="-342900" fontAlgn="base">
              <a:spcBef>
                <a:spcPct val="20000"/>
              </a:spcBef>
              <a:buClr>
                <a:schemeClr val="hlink"/>
              </a:buClr>
              <a:buSzPct val="70000"/>
              <a:buFont typeface="Wingdings" panose="05000000000000000000" pitchFamily="2" charset="2"/>
              <a:buNone/>
            </a:pPr>
            <a:r>
              <a:rPr lang="zh-CN" altLang="en-US" sz="20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２、</a:t>
            </a:r>
            <a:r>
              <a:rPr lang="en-US" altLang="zh-CN" sz="20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S1</a:t>
            </a:r>
            <a:r>
              <a:rPr lang="zh-CN" altLang="en-US" sz="20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a:t>
            </a:r>
            <a:r>
              <a:rPr lang="en-US" altLang="zh-CN" sz="20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S2</a:t>
            </a:r>
            <a:r>
              <a:rPr lang="zh-CN" altLang="en-US" sz="20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间距的影响</a:t>
            </a:r>
            <a:endParaRPr lang="zh-CN" altLang="en-US" sz="20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endParaRPr>
          </a:p>
          <a:p>
            <a:pPr marL="342900" indent="-342900" fontAlgn="base">
              <a:spcBef>
                <a:spcPct val="20000"/>
              </a:spcBef>
              <a:buClr>
                <a:schemeClr val="hlink"/>
              </a:buClr>
              <a:buSzPct val="70000"/>
              <a:buFont typeface="Wingdings" panose="05000000000000000000" pitchFamily="2" charset="2"/>
              <a:buNone/>
            </a:pPr>
            <a:r>
              <a:rPr lang="zh-CN" altLang="en-US" sz="20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        </a:t>
            </a:r>
            <a:r>
              <a:rPr lang="zh-CN" altLang="zh-CN" sz="20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随着</a:t>
            </a:r>
            <a:r>
              <a:rPr lang="en-US" altLang="zh-CN" sz="20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S1</a:t>
            </a:r>
            <a:r>
              <a:rPr lang="zh-CN" altLang="en-US" sz="20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a:t>
            </a:r>
            <a:r>
              <a:rPr lang="en-US" altLang="zh-CN" sz="20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S2</a:t>
            </a:r>
            <a:r>
              <a:rPr lang="zh-CN" altLang="en-US" sz="2000" strike="noStrike" noProof="1" dirty="0">
                <a:effectLst>
                  <a:outerShdw blurRad="38100" dist="38100" dir="2700000">
                    <a:srgbClr val="C0C0C0"/>
                  </a:outerShdw>
                </a:effectLst>
                <a:latin typeface="仿宋" panose="02010609060101010101" charset="-122"/>
                <a:ea typeface="仿宋" panose="02010609060101010101" charset="-122"/>
                <a:cs typeface="仿宋" panose="02010609060101010101" charset="-122"/>
              </a:rPr>
              <a:t>间距的加大，接受信号的幅度会变小，要随时调节示波器的增益，以得到合适的图像</a:t>
            </a:r>
            <a:r>
              <a:rPr lang="zh-CN" altLang="zh-CN" sz="2000" strike="noStrike" noProof="1">
                <a:effectLst>
                  <a:outerShdw blurRad="38100" dist="38100" dir="2700000">
                    <a:srgbClr val="C0C0C0"/>
                  </a:outerShdw>
                </a:effectLst>
                <a:latin typeface="仿宋" panose="02010609060101010101" charset="-122"/>
                <a:ea typeface="仿宋" panose="02010609060101010101" charset="-122"/>
                <a:cs typeface="仿宋" panose="02010609060101010101" charset="-122"/>
              </a:rPr>
              <a:t>。</a:t>
            </a:r>
            <a:endParaRPr lang="zh-CN" altLang="zh-CN" sz="2000" strike="noStrike" noProof="1">
              <a:effectLst>
                <a:outerShdw blurRad="38100" dist="38100" dir="2700000">
                  <a:srgbClr val="C0C0C0"/>
                </a:outerShdw>
              </a:effectLst>
              <a:latin typeface="仿宋" panose="02010609060101010101" charset="-122"/>
              <a:ea typeface="仿宋" panose="02010609060101010101" charset="-122"/>
              <a:cs typeface="仿宋" panose="02010609060101010101" charset="-122"/>
            </a:endParaRPr>
          </a:p>
        </p:txBody>
      </p:sp>
      <p:sp>
        <p:nvSpPr>
          <p:cNvPr id="19458" name="文本框 1"/>
          <p:cNvSpPr txBox="1"/>
          <p:nvPr/>
        </p:nvSpPr>
        <p:spPr>
          <a:xfrm>
            <a:off x="473075" y="3853815"/>
            <a:ext cx="8275637" cy="460375"/>
          </a:xfrm>
          <a:prstGeom prst="rect">
            <a:avLst/>
          </a:prstGeom>
          <a:noFill/>
          <a:ln w="9525">
            <a:noFill/>
          </a:ln>
        </p:spPr>
        <p:txBody>
          <a:bodyPr wrap="square" anchor="t">
            <a:spAutoFit/>
            <a:scene3d>
              <a:camera prst="orthographicFront"/>
              <a:lightRig rig="threePt" dir="t"/>
            </a:scene3d>
          </a:bodyPr>
          <a:p>
            <a:r>
              <a:rPr lang="zh-CN" altLang="en-US" sz="2400" noProof="1">
                <a:solidFill>
                  <a:srgbClr val="FF0000"/>
                </a:solidFill>
                <a:effectLst>
                  <a:outerShdw blurRad="38100" dist="19050" dir="2700000" algn="tl" rotWithShape="0">
                    <a:schemeClr val="dk1">
                      <a:alpha val="40000"/>
                    </a:schemeClr>
                  </a:outerShdw>
                </a:effectLst>
                <a:latin typeface="Arial" panose="020B0604020202020204" pitchFamily="34" charset="0"/>
                <a:ea typeface="宋体" panose="02010600030101010101" pitchFamily="2" charset="-122"/>
                <a:cs typeface="+mn-cs"/>
              </a:rPr>
              <a:t>我们观察到的是什么信号？</a:t>
            </a:r>
            <a:endParaRPr lang="zh-CN" altLang="en-US" sz="2400" noProof="1">
              <a:solidFill>
                <a:srgbClr val="FF0000"/>
              </a:solidFill>
              <a:effectLst>
                <a:outerShdw blurRad="38100" dist="19050" dir="2700000" algn="tl" rotWithShape="0">
                  <a:schemeClr val="dk1">
                    <a:alpha val="40000"/>
                  </a:schemeClr>
                </a:outerShdw>
              </a:effectLst>
              <a:latin typeface="Arial" panose="020B0604020202020204" pitchFamily="34" charset="0"/>
              <a:ea typeface="宋体" panose="02010600030101010101" pitchFamily="2" charset="-122"/>
            </a:endParaRPr>
          </a:p>
        </p:txBody>
      </p:sp>
      <p:sp>
        <p:nvSpPr>
          <p:cNvPr id="21507" name="文本框 2"/>
          <p:cNvSpPr txBox="1"/>
          <p:nvPr/>
        </p:nvSpPr>
        <p:spPr>
          <a:xfrm>
            <a:off x="254000" y="4304665"/>
            <a:ext cx="8794750" cy="645160"/>
          </a:xfrm>
          <a:prstGeom prst="rect">
            <a:avLst/>
          </a:prstGeom>
          <a:noFill/>
          <a:ln w="9525">
            <a:noFill/>
          </a:ln>
        </p:spPr>
        <p:txBody>
          <a:bodyPr wrap="square" anchor="t">
            <a:spAutoFit/>
          </a:bodyPr>
          <a:p>
            <a:r>
              <a:rPr lang="en-US" altLang="zh-CN">
                <a:latin typeface="Arial" panose="020B0604020202020204" pitchFamily="34" charset="0"/>
                <a:ea typeface="宋体" panose="02010600030101010101" pitchFamily="2" charset="-122"/>
              </a:rPr>
              <a:t>       </a:t>
            </a:r>
            <a:r>
              <a:rPr lang="zh-CN" altLang="en-US">
                <a:latin typeface="Arial" panose="020B0604020202020204" pitchFamily="34" charset="0"/>
                <a:ea typeface="宋体" panose="02010600030101010101" pitchFamily="2" charset="-122"/>
              </a:rPr>
              <a:t>在反射面</a:t>
            </a:r>
            <a:r>
              <a:rPr lang="en-US" altLang="zh-CN">
                <a:latin typeface="Arial" panose="020B0604020202020204" pitchFamily="34" charset="0"/>
                <a:ea typeface="宋体" panose="02010600030101010101" pitchFamily="2" charset="-122"/>
              </a:rPr>
              <a:t>s2</a:t>
            </a:r>
            <a:r>
              <a:rPr lang="zh-CN" altLang="en-US">
                <a:latin typeface="Arial" panose="020B0604020202020204" pitchFamily="34" charset="0"/>
                <a:ea typeface="宋体" panose="02010600030101010101" pitchFamily="2" charset="-122"/>
              </a:rPr>
              <a:t>，入射信号与反射信号的合成信号（在本实验中是驻波信号，即反射面的合振动方程）。驻波信号在反射面所产生的声压，声压通过换能器转换的电信号。</a:t>
            </a:r>
            <a:endParaRPr lang="zh-CN" altLang="en-US">
              <a:latin typeface="Arial" panose="020B0604020202020204" pitchFamily="34" charset="0"/>
              <a:ea typeface="宋体" panose="02010600030101010101" pitchFamily="2" charset="-122"/>
            </a:endParaRPr>
          </a:p>
        </p:txBody>
      </p:sp>
      <p:sp>
        <p:nvSpPr>
          <p:cNvPr id="21508" name="标题 52275"/>
          <p:cNvSpPr>
            <a:spLocks noGrp="1"/>
          </p:cNvSpPr>
          <p:nvPr/>
        </p:nvSpPr>
        <p:spPr>
          <a:xfrm>
            <a:off x="254000" y="96838"/>
            <a:ext cx="6718300" cy="755650"/>
          </a:xfrm>
          <a:prstGeom prst="rect">
            <a:avLst/>
          </a:prstGeom>
          <a:noFill/>
          <a:ln w="9525">
            <a:noFill/>
          </a:ln>
        </p:spPr>
        <p:txBody>
          <a:bodyPr anchor="b"/>
          <a:p>
            <a:pPr eaLnBrk="0" hangingPunct="0">
              <a:buClr>
                <a:schemeClr val="bg1"/>
              </a:buClr>
            </a:pPr>
            <a:r>
              <a:rPr lang="zh-CN" altLang="en-US" sz="3200" b="1" dirty="0">
                <a:latin typeface="Times New Roman" panose="02020603050405020304" pitchFamily="18" charset="0"/>
                <a:ea typeface="宋体" panose="02010600030101010101" pitchFamily="2" charset="-122"/>
              </a:rPr>
              <a:t>一、 实 验 原 理</a:t>
            </a:r>
            <a:r>
              <a:rPr lang="zh-CN" altLang="en-US" sz="3200" b="1" dirty="0">
                <a:latin typeface="Times New Roman" panose="02020603050405020304" pitchFamily="18" charset="0"/>
                <a:ea typeface="宋体" panose="02010600030101010101" pitchFamily="2" charset="-122"/>
                <a:sym typeface="宋体" panose="02010600030101010101" pitchFamily="2" charset="-122"/>
              </a:rPr>
              <a:t>（驻波法）</a:t>
            </a:r>
            <a:endParaRPr lang="zh-CN" altLang="en-US" sz="3200" b="1" dirty="0">
              <a:latin typeface="Times New Roman" panose="02020603050405020304" pitchFamily="18" charset="0"/>
              <a:ea typeface="宋体" panose="02010600030101010101" pitchFamily="2" charset="-122"/>
            </a:endParaRPr>
          </a:p>
        </p:txBody>
      </p:sp>
      <p:sp>
        <p:nvSpPr>
          <p:cNvPr id="21509" name="流程图: 可选过程 55302"/>
          <p:cNvSpPr/>
          <p:nvPr/>
        </p:nvSpPr>
        <p:spPr>
          <a:xfrm>
            <a:off x="609600" y="873125"/>
            <a:ext cx="4114800" cy="115888"/>
          </a:xfrm>
          <a:prstGeom prst="flowChartAlternateProcess">
            <a:avLst/>
          </a:prstGeom>
          <a:gradFill rotWithShape="0">
            <a:gsLst>
              <a:gs pos="0">
                <a:srgbClr val="005CBF">
                  <a:alpha val="100000"/>
                </a:srgbClr>
              </a:gs>
              <a:gs pos="25000">
                <a:srgbClr val="0087E6">
                  <a:alpha val="100000"/>
                </a:srgbClr>
              </a:gs>
              <a:gs pos="75000">
                <a:srgbClr val="21D6E0">
                  <a:alpha val="100000"/>
                </a:srgbClr>
              </a:gs>
              <a:gs pos="100000">
                <a:srgbClr val="03D4A8">
                  <a:alpha val="100000"/>
                </a:srgbClr>
              </a:gs>
            </a:gsLst>
            <a:lin ang="0" scaled="1"/>
            <a:tileRect/>
          </a:gradFill>
          <a:ln w="9525">
            <a:noFill/>
          </a:ln>
        </p:spPr>
        <p:txBody>
          <a:bodyPr anchor="t"/>
          <a:p>
            <a:endParaRPr lang="zh-CN" altLang="en-US">
              <a:latin typeface="Arial" panose="020B0604020202020204" pitchFamily="34" charset="0"/>
              <a:ea typeface="宋体" panose="02010600030101010101" pitchFamily="2" charset="-122"/>
            </a:endParaRPr>
          </a:p>
        </p:txBody>
      </p:sp>
      <p:graphicFrame>
        <p:nvGraphicFramePr>
          <p:cNvPr id="18478" name="对象 158728"/>
          <p:cNvGraphicFramePr/>
          <p:nvPr/>
        </p:nvGraphicFramePr>
        <p:xfrm>
          <a:off x="1294130" y="4886008"/>
          <a:ext cx="5781675" cy="942975"/>
        </p:xfrm>
        <a:graphic>
          <a:graphicData uri="http://schemas.openxmlformats.org/presentationml/2006/ole">
            <mc:AlternateContent xmlns:mc="http://schemas.openxmlformats.org/markup-compatibility/2006">
              <mc:Choice xmlns:v="urn:schemas-microsoft-com:vml" Requires="v">
                <p:oleObj spid="_x0000_s3083" name="" r:id="rId1" imgW="2247900" imgH="393700" progId="Equation.3">
                  <p:embed/>
                </p:oleObj>
              </mc:Choice>
              <mc:Fallback>
                <p:oleObj name="" r:id="rId1" imgW="2247900" imgH="393700" progId="Equation.3">
                  <p:embed/>
                  <p:pic>
                    <p:nvPicPr>
                      <p:cNvPr id="0" name="图片 3082"/>
                      <p:cNvPicPr/>
                      <p:nvPr/>
                    </p:nvPicPr>
                    <p:blipFill>
                      <a:blip r:embed="rId2"/>
                      <a:stretch>
                        <a:fillRect/>
                      </a:stretch>
                    </p:blipFill>
                    <p:spPr>
                      <a:xfrm>
                        <a:off x="1294130" y="4886008"/>
                        <a:ext cx="5781675" cy="942975"/>
                      </a:xfrm>
                      <a:prstGeom prst="rect">
                        <a:avLst/>
                      </a:prstGeom>
                      <a:noFill/>
                      <a:ln w="38100">
                        <a:noFill/>
                        <a:miter/>
                      </a:ln>
                    </p:spPr>
                  </p:pic>
                </p:oleObj>
              </mc:Fallback>
            </mc:AlternateContent>
          </a:graphicData>
        </a:graphic>
      </p:graphicFrame>
      <p:sp>
        <p:nvSpPr>
          <p:cNvPr id="2" name="矩形 1"/>
          <p:cNvSpPr/>
          <p:nvPr/>
        </p:nvSpPr>
        <p:spPr>
          <a:xfrm>
            <a:off x="3801110" y="4901565"/>
            <a:ext cx="2232660" cy="935990"/>
          </a:xfrm>
          <a:prstGeom prst="rect">
            <a:avLst/>
          </a:prstGeom>
          <a:noFill/>
          <a:ln w="28575" cmpd="sng">
            <a:solidFill>
              <a:schemeClr val="accent5"/>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569" name="文本框 55305"/>
          <p:cNvSpPr txBox="1"/>
          <p:nvPr/>
        </p:nvSpPr>
        <p:spPr>
          <a:xfrm>
            <a:off x="533400" y="5972175"/>
            <a:ext cx="6731635" cy="521970"/>
          </a:xfrm>
          <a:prstGeom prst="rect">
            <a:avLst/>
          </a:prstGeom>
          <a:noFill/>
          <a:ln w="9525">
            <a:noFill/>
          </a:ln>
        </p:spPr>
        <p:txBody>
          <a:bodyPr wrap="square" anchor="t">
            <a:spAutoFit/>
          </a:bodyPr>
          <a:p>
            <a:pPr algn="ctr">
              <a:spcBef>
                <a:spcPct val="50000"/>
              </a:spcBef>
            </a:pPr>
            <a:r>
              <a:rPr lang="zh-CN" altLang="en-US" sz="2800" b="1" dirty="0">
                <a:solidFill>
                  <a:srgbClr val="FF0000"/>
                </a:solidFill>
                <a:latin typeface="仿宋" panose="02010609060101010101" charset="-122"/>
                <a:ea typeface="仿宋" panose="02010609060101010101" charset="-122"/>
              </a:rPr>
              <a:t>结论：每两个相临幅度最大值间的距离为</a:t>
            </a:r>
            <a:endParaRPr lang="zh-CN" altLang="en-US" sz="2800" b="1" dirty="0">
              <a:solidFill>
                <a:srgbClr val="FF0000"/>
              </a:solidFill>
              <a:latin typeface="仿宋" panose="02010609060101010101" charset="-122"/>
              <a:ea typeface="仿宋" panose="02010609060101010101" charset="-122"/>
            </a:endParaRPr>
          </a:p>
        </p:txBody>
      </p:sp>
      <p:graphicFrame>
        <p:nvGraphicFramePr>
          <p:cNvPr id="16570" name="对象 55309"/>
          <p:cNvGraphicFramePr/>
          <p:nvPr/>
        </p:nvGraphicFramePr>
        <p:xfrm>
          <a:off x="7172643" y="5961063"/>
          <a:ext cx="463550" cy="542925"/>
        </p:xfrm>
        <a:graphic>
          <a:graphicData uri="http://schemas.openxmlformats.org/presentationml/2006/ole">
            <mc:AlternateContent xmlns:mc="http://schemas.openxmlformats.org/markup-compatibility/2006">
              <mc:Choice xmlns:v="urn:schemas-microsoft-com:vml" Requires="v">
                <p:oleObj spid="_x0000_s3" name="" r:id="rId3" imgW="241300" imgH="304800" progId="Equation.3">
                  <p:embed/>
                </p:oleObj>
              </mc:Choice>
              <mc:Fallback>
                <p:oleObj name="" r:id="rId3" imgW="241300" imgH="304800" progId="Equation.3">
                  <p:embed/>
                  <p:pic>
                    <p:nvPicPr>
                      <p:cNvPr id="0" name="图片 3082"/>
                      <p:cNvPicPr/>
                      <p:nvPr/>
                    </p:nvPicPr>
                    <p:blipFill>
                      <a:blip r:embed="rId4"/>
                      <a:stretch>
                        <a:fillRect/>
                      </a:stretch>
                    </p:blipFill>
                    <p:spPr>
                      <a:xfrm>
                        <a:off x="7172643" y="5961063"/>
                        <a:ext cx="463550" cy="542925"/>
                      </a:xfrm>
                      <a:prstGeom prst="rect">
                        <a:avLst/>
                      </a:prstGeom>
                      <a:noFill/>
                      <a:ln w="38100">
                        <a:noFill/>
                        <a:miter/>
                      </a:ln>
                    </p:spPr>
                  </p:pic>
                </p:oleObj>
              </mc:Fallback>
            </mc:AlternateContent>
          </a:graphicData>
        </a:graphic>
      </p:graphicFrame>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507"/>
                                        </p:tgtEl>
                                        <p:attrNameLst>
                                          <p:attrName>style.visibility</p:attrName>
                                        </p:attrNameLst>
                                      </p:cBhvr>
                                      <p:to>
                                        <p:strVal val="visible"/>
                                      </p:to>
                                    </p:set>
                                    <p:animEffect transition="in" filter="blinds(horizontal)">
                                      <p:cBhvr>
                                        <p:cTn id="7" dur="500"/>
                                        <p:tgtEl>
                                          <p:spTgt spid="2150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8478"/>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6569"/>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65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p:bldP spid="16569" grpId="0"/>
      <p:bldP spid="2" grpId="0" animBg="1"/>
      <p:bldP spid="2"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文本框 62468"/>
          <p:cNvSpPr txBox="1"/>
          <p:nvPr/>
        </p:nvSpPr>
        <p:spPr>
          <a:xfrm>
            <a:off x="66675" y="176213"/>
            <a:ext cx="5543550" cy="582612"/>
          </a:xfrm>
          <a:prstGeom prst="rect">
            <a:avLst/>
          </a:prstGeom>
          <a:noFill/>
          <a:ln w="9525">
            <a:noFill/>
          </a:ln>
        </p:spPr>
        <p:txBody>
          <a:bodyPr anchor="t">
            <a:spAutoFit/>
          </a:bodyPr>
          <a:p>
            <a:pPr eaLnBrk="0" hangingPunct="0">
              <a:buClr>
                <a:schemeClr val="bg1"/>
              </a:buClr>
            </a:pPr>
            <a:r>
              <a:rPr lang="zh-CN" altLang="en-US" sz="3200" b="1" dirty="0">
                <a:latin typeface="Times New Roman" panose="02020603050405020304" pitchFamily="18" charset="0"/>
                <a:ea typeface="宋体" panose="02010600030101010101" pitchFamily="2" charset="-122"/>
              </a:rPr>
              <a:t>二、 相位比较法（行波法）</a:t>
            </a:r>
            <a:endParaRPr lang="zh-CN" altLang="en-US" sz="3200" b="1" dirty="0">
              <a:latin typeface="Times New Roman" panose="02020603050405020304" pitchFamily="18" charset="0"/>
              <a:ea typeface="宋体" panose="02010600030101010101" pitchFamily="2" charset="-122"/>
            </a:endParaRPr>
          </a:p>
        </p:txBody>
      </p:sp>
      <p:sp>
        <p:nvSpPr>
          <p:cNvPr id="22531" name="流程图: 可选过程 55302"/>
          <p:cNvSpPr/>
          <p:nvPr/>
        </p:nvSpPr>
        <p:spPr>
          <a:xfrm>
            <a:off x="609600" y="658813"/>
            <a:ext cx="4114800" cy="115887"/>
          </a:xfrm>
          <a:prstGeom prst="flowChartAlternateProcess">
            <a:avLst/>
          </a:prstGeom>
          <a:gradFill rotWithShape="0">
            <a:gsLst>
              <a:gs pos="0">
                <a:srgbClr val="005CBF">
                  <a:alpha val="100000"/>
                </a:srgbClr>
              </a:gs>
              <a:gs pos="25000">
                <a:srgbClr val="0087E6">
                  <a:alpha val="100000"/>
                </a:srgbClr>
              </a:gs>
              <a:gs pos="75000">
                <a:srgbClr val="21D6E0">
                  <a:alpha val="100000"/>
                </a:srgbClr>
              </a:gs>
              <a:gs pos="100000">
                <a:srgbClr val="03D4A8">
                  <a:alpha val="100000"/>
                </a:srgbClr>
              </a:gs>
            </a:gsLst>
            <a:lin ang="0" scaled="1"/>
            <a:tileRect/>
          </a:gradFill>
          <a:ln w="9525">
            <a:noFill/>
          </a:ln>
        </p:spPr>
        <p:txBody>
          <a:bodyPr anchor="t"/>
          <a:p>
            <a:endParaRPr lang="zh-CN" altLang="en-US">
              <a:latin typeface="Arial" panose="020B0604020202020204" pitchFamily="34" charset="0"/>
              <a:ea typeface="宋体" panose="02010600030101010101" pitchFamily="2" charset="-122"/>
            </a:endParaRPr>
          </a:p>
        </p:txBody>
      </p:sp>
      <p:pic>
        <p:nvPicPr>
          <p:cNvPr id="3" name="图片 2"/>
          <p:cNvPicPr>
            <a:picLocks noChangeAspect="1"/>
          </p:cNvPicPr>
          <p:nvPr/>
        </p:nvPicPr>
        <p:blipFill>
          <a:blip r:embed="rId1"/>
          <a:srcRect l="7940" t="23481" r="32736" b="30148"/>
          <a:stretch>
            <a:fillRect/>
          </a:stretch>
        </p:blipFill>
        <p:spPr>
          <a:xfrm>
            <a:off x="503555" y="774700"/>
            <a:ext cx="8136890" cy="3975100"/>
          </a:xfrm>
          <a:prstGeom prst="rect">
            <a:avLst/>
          </a:prstGeom>
        </p:spPr>
      </p:pic>
      <p:graphicFrame>
        <p:nvGraphicFramePr>
          <p:cNvPr id="4" name="对象 3">
            <a:hlinkClick r:id="" action="ppaction://ole?verb="/>
          </p:cNvPr>
          <p:cNvGraphicFramePr>
            <a:graphicFrameLocks noChangeAspect="1"/>
          </p:cNvGraphicFramePr>
          <p:nvPr/>
        </p:nvGraphicFramePr>
        <p:xfrm>
          <a:off x="3579813" y="4749800"/>
          <a:ext cx="2030095" cy="999490"/>
        </p:xfrm>
        <a:graphic>
          <a:graphicData uri="http://schemas.openxmlformats.org/presentationml/2006/ole">
            <mc:AlternateContent xmlns:mc="http://schemas.openxmlformats.org/markup-compatibility/2006">
              <mc:Choice xmlns:v="urn:schemas-microsoft-com:vml" Requires="v">
                <p:oleObj spid="_x0000_s1025" name="" r:id="rId2" imgW="800100" imgH="393700" progId="Equation.KSEE3">
                  <p:embed/>
                </p:oleObj>
              </mc:Choice>
              <mc:Fallback>
                <p:oleObj name="" r:id="rId2" imgW="800100" imgH="393700" progId="Equation.KSEE3">
                  <p:embed/>
                  <p:pic>
                    <p:nvPicPr>
                      <p:cNvPr id="0" name="图片 1024"/>
                      <p:cNvPicPr/>
                      <p:nvPr/>
                    </p:nvPicPr>
                    <p:blipFill>
                      <a:blip r:embed="rId3"/>
                      <a:stretch>
                        <a:fillRect/>
                      </a:stretch>
                    </p:blipFill>
                    <p:spPr>
                      <a:xfrm>
                        <a:off x="3579813" y="4749800"/>
                        <a:ext cx="2030095" cy="999490"/>
                      </a:xfrm>
                      <a:prstGeom prst="rect">
                        <a:avLst/>
                      </a:prstGeom>
                    </p:spPr>
                  </p:pic>
                </p:oleObj>
              </mc:Fallback>
            </mc:AlternateContent>
          </a:graphicData>
        </a:graphic>
      </p:graphicFrame>
    </p:spTree>
    <p:custDataLst>
      <p:tags r:id="rId4"/>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文本框 62468"/>
          <p:cNvSpPr txBox="1"/>
          <p:nvPr/>
        </p:nvSpPr>
        <p:spPr>
          <a:xfrm>
            <a:off x="66675" y="176213"/>
            <a:ext cx="5543550" cy="582612"/>
          </a:xfrm>
          <a:prstGeom prst="rect">
            <a:avLst/>
          </a:prstGeom>
          <a:noFill/>
          <a:ln w="9525">
            <a:noFill/>
          </a:ln>
        </p:spPr>
        <p:txBody>
          <a:bodyPr anchor="t">
            <a:spAutoFit/>
          </a:bodyPr>
          <a:p>
            <a:pPr eaLnBrk="0" hangingPunct="0">
              <a:buClr>
                <a:schemeClr val="bg1"/>
              </a:buClr>
            </a:pPr>
            <a:r>
              <a:rPr lang="zh-CN" altLang="en-US" sz="3200" b="1" dirty="0">
                <a:latin typeface="Times New Roman" panose="02020603050405020304" pitchFamily="18" charset="0"/>
                <a:ea typeface="宋体" panose="02010600030101010101" pitchFamily="2" charset="-122"/>
              </a:rPr>
              <a:t>二、 相位比较法（行波法）</a:t>
            </a:r>
            <a:endParaRPr lang="zh-CN" altLang="en-US" sz="3200" b="1" dirty="0">
              <a:latin typeface="Times New Roman" panose="02020603050405020304" pitchFamily="18" charset="0"/>
              <a:ea typeface="宋体" panose="02010600030101010101" pitchFamily="2" charset="-122"/>
            </a:endParaRPr>
          </a:p>
        </p:txBody>
      </p:sp>
      <p:sp>
        <p:nvSpPr>
          <p:cNvPr id="22531" name="流程图: 可选过程 55302"/>
          <p:cNvSpPr/>
          <p:nvPr/>
        </p:nvSpPr>
        <p:spPr>
          <a:xfrm>
            <a:off x="609600" y="658813"/>
            <a:ext cx="4114800" cy="115887"/>
          </a:xfrm>
          <a:prstGeom prst="flowChartAlternateProcess">
            <a:avLst/>
          </a:prstGeom>
          <a:gradFill rotWithShape="0">
            <a:gsLst>
              <a:gs pos="0">
                <a:srgbClr val="005CBF">
                  <a:alpha val="100000"/>
                </a:srgbClr>
              </a:gs>
              <a:gs pos="25000">
                <a:srgbClr val="0087E6">
                  <a:alpha val="100000"/>
                </a:srgbClr>
              </a:gs>
              <a:gs pos="75000">
                <a:srgbClr val="21D6E0">
                  <a:alpha val="100000"/>
                </a:srgbClr>
              </a:gs>
              <a:gs pos="100000">
                <a:srgbClr val="03D4A8">
                  <a:alpha val="100000"/>
                </a:srgbClr>
              </a:gs>
            </a:gsLst>
            <a:lin ang="0" scaled="1"/>
            <a:tileRect/>
          </a:gradFill>
          <a:ln w="9525">
            <a:noFill/>
          </a:ln>
        </p:spPr>
        <p:txBody>
          <a:bodyPr anchor="t"/>
          <a:p>
            <a:endParaRPr lang="zh-CN" altLang="en-US">
              <a:latin typeface="Arial" panose="020B0604020202020204" pitchFamily="34" charset="0"/>
              <a:ea typeface="宋体" panose="02010600030101010101" pitchFamily="2" charset="-122"/>
            </a:endParaRPr>
          </a:p>
        </p:txBody>
      </p:sp>
      <p:graphicFrame>
        <p:nvGraphicFramePr>
          <p:cNvPr id="15369" name="对象 158728"/>
          <p:cNvGraphicFramePr/>
          <p:nvPr/>
        </p:nvGraphicFramePr>
        <p:xfrm>
          <a:off x="609600" y="659130"/>
          <a:ext cx="5653405" cy="707390"/>
        </p:xfrm>
        <a:graphic>
          <a:graphicData uri="http://schemas.openxmlformats.org/presentationml/2006/ole">
            <mc:AlternateContent xmlns:mc="http://schemas.openxmlformats.org/markup-compatibility/2006">
              <mc:Choice xmlns:v="urn:schemas-microsoft-com:vml" Requires="v">
                <p:oleObj spid="_x0000_s3091" name="" r:id="rId1" imgW="3111500" imgH="393700" progId="Equation.3">
                  <p:embed/>
                </p:oleObj>
              </mc:Choice>
              <mc:Fallback>
                <p:oleObj name="" r:id="rId1" imgW="3111500" imgH="393700" progId="Equation.3">
                  <p:embed/>
                  <p:pic>
                    <p:nvPicPr>
                      <p:cNvPr id="0" name="图片 3090"/>
                      <p:cNvPicPr/>
                      <p:nvPr/>
                    </p:nvPicPr>
                    <p:blipFill>
                      <a:blip r:embed="rId2"/>
                      <a:stretch>
                        <a:fillRect/>
                      </a:stretch>
                    </p:blipFill>
                    <p:spPr>
                      <a:xfrm>
                        <a:off x="609600" y="659130"/>
                        <a:ext cx="5653405" cy="707390"/>
                      </a:xfrm>
                      <a:prstGeom prst="rect">
                        <a:avLst/>
                      </a:prstGeom>
                      <a:noFill/>
                      <a:ln w="38100">
                        <a:noFill/>
                        <a:miter/>
                      </a:ln>
                    </p:spPr>
                  </p:pic>
                </p:oleObj>
              </mc:Fallback>
            </mc:AlternateContent>
          </a:graphicData>
        </a:graphic>
      </p:graphicFrame>
      <p:graphicFrame>
        <p:nvGraphicFramePr>
          <p:cNvPr id="4" name="对象 3">
            <a:hlinkClick r:id="" action="ppaction://ole?verb="/>
          </p:cNvPr>
          <p:cNvGraphicFramePr>
            <a:graphicFrameLocks noChangeAspect="1"/>
          </p:cNvGraphicFramePr>
          <p:nvPr/>
        </p:nvGraphicFramePr>
        <p:xfrm>
          <a:off x="609600" y="1203960"/>
          <a:ext cx="6169025" cy="764540"/>
        </p:xfrm>
        <a:graphic>
          <a:graphicData uri="http://schemas.openxmlformats.org/presentationml/2006/ole">
            <mc:AlternateContent xmlns:mc="http://schemas.openxmlformats.org/markup-compatibility/2006">
              <mc:Choice xmlns:v="urn:schemas-microsoft-com:vml" Requires="v">
                <p:oleObj spid="_x0000_s1025" name="" r:id="rId3" imgW="3086100" imgH="393700" progId="Equation.KSEE3">
                  <p:embed/>
                </p:oleObj>
              </mc:Choice>
              <mc:Fallback>
                <p:oleObj name="" r:id="rId3" imgW="3086100" imgH="393700" progId="Equation.KSEE3">
                  <p:embed/>
                  <p:pic>
                    <p:nvPicPr>
                      <p:cNvPr id="0" name="图片 1024"/>
                      <p:cNvPicPr/>
                      <p:nvPr/>
                    </p:nvPicPr>
                    <p:blipFill>
                      <a:blip r:embed="rId4"/>
                      <a:stretch>
                        <a:fillRect/>
                      </a:stretch>
                    </p:blipFill>
                    <p:spPr>
                      <a:xfrm>
                        <a:off x="609600" y="1203960"/>
                        <a:ext cx="6169025" cy="764540"/>
                      </a:xfrm>
                      <a:prstGeom prst="rect">
                        <a:avLst/>
                      </a:prstGeom>
                    </p:spPr>
                  </p:pic>
                </p:oleObj>
              </mc:Fallback>
            </mc:AlternateContent>
          </a:graphicData>
        </a:graphic>
      </p:graphicFrame>
      <p:pic>
        <p:nvPicPr>
          <p:cNvPr id="10244" name="图片 -2147482546" descr="图片1"/>
          <p:cNvPicPr>
            <a:picLocks noChangeAspect="1"/>
          </p:cNvPicPr>
          <p:nvPr/>
        </p:nvPicPr>
        <p:blipFill>
          <a:blip r:embed="rId5"/>
          <a:stretch>
            <a:fillRect/>
          </a:stretch>
        </p:blipFill>
        <p:spPr>
          <a:xfrm>
            <a:off x="1731645" y="2239010"/>
            <a:ext cx="5791835" cy="1567815"/>
          </a:xfrm>
          <a:prstGeom prst="rect">
            <a:avLst/>
          </a:prstGeom>
          <a:noFill/>
          <a:ln w="9525">
            <a:noFill/>
          </a:ln>
        </p:spPr>
      </p:pic>
      <p:sp>
        <p:nvSpPr>
          <p:cNvPr id="3" name="文本框 57346"/>
          <p:cNvSpPr txBox="1"/>
          <p:nvPr/>
        </p:nvSpPr>
        <p:spPr>
          <a:xfrm>
            <a:off x="1391285" y="3806825"/>
            <a:ext cx="7029450" cy="398780"/>
          </a:xfrm>
          <a:prstGeom prst="rect">
            <a:avLst/>
          </a:prstGeom>
          <a:noFill/>
          <a:ln w="9525">
            <a:noFill/>
          </a:ln>
        </p:spPr>
        <p:txBody>
          <a:bodyPr wrap="square" anchor="t">
            <a:spAutoFit/>
          </a:bodyPr>
          <a:p>
            <a:pPr>
              <a:spcBef>
                <a:spcPct val="50000"/>
              </a:spcBef>
            </a:pPr>
            <a:r>
              <a:rPr lang="en-US" altLang="zh-CN" sz="2000" dirty="0">
                <a:latin typeface="仿宋" panose="02010609060101010101" charset="-122"/>
                <a:ea typeface="仿宋" panose="02010609060101010101" charset="-122"/>
              </a:rPr>
              <a:t>    </a:t>
            </a:r>
            <a:r>
              <a:rPr lang="zh-CN" altLang="zh-CN" sz="2000" dirty="0">
                <a:latin typeface="仿宋" panose="02010609060101010101" charset="-122"/>
                <a:ea typeface="仿宋" panose="02010609060101010101" charset="-122"/>
              </a:rPr>
              <a:t>观察频率相同、相位不同的两个信号的利萨如图</a:t>
            </a:r>
            <a:endParaRPr lang="zh-CN" altLang="zh-CN" sz="2000" dirty="0">
              <a:latin typeface="仿宋" panose="02010609060101010101" charset="-122"/>
              <a:ea typeface="仿宋" panose="02010609060101010101" charset="-122"/>
            </a:endParaRPr>
          </a:p>
        </p:txBody>
      </p:sp>
      <p:pic>
        <p:nvPicPr>
          <p:cNvPr id="23564" name="图片 155650" descr="sy1905"/>
          <p:cNvPicPr>
            <a:picLocks noChangeAspect="1"/>
          </p:cNvPicPr>
          <p:nvPr/>
        </p:nvPicPr>
        <p:blipFill>
          <a:blip r:embed="rId6"/>
          <a:stretch>
            <a:fillRect/>
          </a:stretch>
        </p:blipFill>
        <p:spPr>
          <a:xfrm>
            <a:off x="66358" y="4205288"/>
            <a:ext cx="8828087" cy="2217737"/>
          </a:xfrm>
          <a:prstGeom prst="rect">
            <a:avLst/>
          </a:prstGeom>
          <a:noFill/>
          <a:ln w="9525">
            <a:noFill/>
          </a:ln>
        </p:spPr>
      </p:pic>
      <p:sp>
        <p:nvSpPr>
          <p:cNvPr id="23558" name="文本框 57386"/>
          <p:cNvSpPr txBox="1"/>
          <p:nvPr/>
        </p:nvSpPr>
        <p:spPr>
          <a:xfrm>
            <a:off x="530225" y="6275705"/>
            <a:ext cx="4533265" cy="460375"/>
          </a:xfrm>
          <a:prstGeom prst="rect">
            <a:avLst/>
          </a:prstGeom>
          <a:noFill/>
          <a:ln w="9525">
            <a:noFill/>
          </a:ln>
        </p:spPr>
        <p:txBody>
          <a:bodyPr wrap="square" anchor="t">
            <a:spAutoFit/>
          </a:bodyPr>
          <a:p>
            <a:pPr>
              <a:spcBef>
                <a:spcPct val="50000"/>
              </a:spcBef>
            </a:pPr>
            <a:r>
              <a:rPr lang="zh-CN" altLang="en-US" sz="2400" b="1" dirty="0">
                <a:solidFill>
                  <a:srgbClr val="FF0000"/>
                </a:solidFill>
                <a:latin typeface="Times New Roman" panose="02020603050405020304" pitchFamily="18" charset="0"/>
                <a:ea typeface="方正姚体" panose="02010601030101010101" pitchFamily="2" charset="-122"/>
              </a:rPr>
              <a:t>结论：每</a:t>
            </a:r>
            <a:r>
              <a:rPr lang="en-US" altLang="zh-CN" sz="2400" b="1" dirty="0">
                <a:solidFill>
                  <a:srgbClr val="FF0000"/>
                </a:solidFill>
                <a:latin typeface="Times New Roman" panose="02020603050405020304" pitchFamily="18" charset="0"/>
                <a:ea typeface="方正姚体" panose="02010601030101010101" pitchFamily="2" charset="-122"/>
                <a:sym typeface="+mn-ea"/>
              </a:rPr>
              <a:t>2</a:t>
            </a:r>
            <a:r>
              <a:rPr lang="zh-CN" altLang="en-US" sz="2400" b="1" dirty="0">
                <a:solidFill>
                  <a:srgbClr val="FF0000"/>
                </a:solidFill>
                <a:latin typeface="Times New Roman" panose="02020603050405020304" pitchFamily="18" charset="0"/>
                <a:ea typeface="方正姚体" panose="02010601030101010101" pitchFamily="2" charset="-122"/>
              </a:rPr>
              <a:t>次出现重复图形，则</a:t>
            </a:r>
            <a:endParaRPr lang="zh-CN" altLang="en-US" sz="2400" b="1" dirty="0">
              <a:solidFill>
                <a:srgbClr val="FF0000"/>
              </a:solidFill>
              <a:latin typeface="Times New Roman" panose="02020603050405020304" pitchFamily="18" charset="0"/>
              <a:ea typeface="方正姚体" panose="02010601030101010101" pitchFamily="2" charset="-122"/>
            </a:endParaRPr>
          </a:p>
        </p:txBody>
      </p:sp>
      <p:graphicFrame>
        <p:nvGraphicFramePr>
          <p:cNvPr id="23561" name="对象 57390"/>
          <p:cNvGraphicFramePr/>
          <p:nvPr/>
        </p:nvGraphicFramePr>
        <p:xfrm>
          <a:off x="4803775" y="6167120"/>
          <a:ext cx="342900" cy="591185"/>
        </p:xfrm>
        <a:graphic>
          <a:graphicData uri="http://schemas.openxmlformats.org/presentationml/2006/ole">
            <mc:AlternateContent xmlns:mc="http://schemas.openxmlformats.org/markup-compatibility/2006">
              <mc:Choice xmlns:v="urn:schemas-microsoft-com:vml" Requires="v">
                <p:oleObj spid="_x0000_s3088" name="" r:id="rId7" imgW="152400" imgH="215900" progId="Equation.3">
                  <p:embed/>
                </p:oleObj>
              </mc:Choice>
              <mc:Fallback>
                <p:oleObj name="" r:id="rId7" imgW="152400" imgH="215900" progId="Equation.3">
                  <p:embed/>
                  <p:pic>
                    <p:nvPicPr>
                      <p:cNvPr id="0" name="图片 3087"/>
                      <p:cNvPicPr/>
                      <p:nvPr/>
                    </p:nvPicPr>
                    <p:blipFill>
                      <a:blip r:embed="rId8"/>
                      <a:stretch>
                        <a:fillRect/>
                      </a:stretch>
                    </p:blipFill>
                    <p:spPr>
                      <a:xfrm>
                        <a:off x="4803775" y="6167120"/>
                        <a:ext cx="342900" cy="591185"/>
                      </a:xfrm>
                      <a:prstGeom prst="rect">
                        <a:avLst/>
                      </a:prstGeom>
                      <a:noFill/>
                      <a:ln w="38100">
                        <a:noFill/>
                        <a:miter/>
                      </a:ln>
                    </p:spPr>
                  </p:pic>
                </p:oleObj>
              </mc:Fallback>
            </mc:AlternateContent>
          </a:graphicData>
        </a:graphic>
      </p:graphicFrame>
      <p:sp>
        <p:nvSpPr>
          <p:cNvPr id="23562" name="文本框 57391"/>
          <p:cNvSpPr txBox="1"/>
          <p:nvPr/>
        </p:nvSpPr>
        <p:spPr>
          <a:xfrm>
            <a:off x="5146358" y="6297930"/>
            <a:ext cx="2057400" cy="460375"/>
          </a:xfrm>
          <a:prstGeom prst="rect">
            <a:avLst/>
          </a:prstGeom>
          <a:noFill/>
          <a:ln w="9525">
            <a:noFill/>
          </a:ln>
        </p:spPr>
        <p:txBody>
          <a:bodyPr anchor="t">
            <a:spAutoFit/>
          </a:bodyPr>
          <a:p>
            <a:pPr algn="ctr">
              <a:spcBef>
                <a:spcPct val="50000"/>
              </a:spcBef>
            </a:pPr>
            <a:r>
              <a:rPr lang="zh-CN" altLang="en-US" sz="2400" b="1" dirty="0">
                <a:solidFill>
                  <a:srgbClr val="FF0000"/>
                </a:solidFill>
                <a:latin typeface="Times New Roman" panose="02020603050405020304" pitchFamily="18" charset="0"/>
                <a:ea typeface="方正姚体" panose="02010601030101010101" pitchFamily="2" charset="-122"/>
              </a:rPr>
              <a:t>移动的距离为</a:t>
            </a:r>
            <a:endParaRPr lang="zh-CN" altLang="en-US" sz="2400" b="1" dirty="0">
              <a:solidFill>
                <a:srgbClr val="FF0000"/>
              </a:solidFill>
              <a:latin typeface="Times New Roman" panose="02020603050405020304" pitchFamily="18" charset="0"/>
              <a:ea typeface="方正姚体" panose="02010601030101010101" pitchFamily="2" charset="-122"/>
            </a:endParaRPr>
          </a:p>
        </p:txBody>
      </p:sp>
      <p:graphicFrame>
        <p:nvGraphicFramePr>
          <p:cNvPr id="23563" name="对象 57392"/>
          <p:cNvGraphicFramePr/>
          <p:nvPr/>
        </p:nvGraphicFramePr>
        <p:xfrm>
          <a:off x="7204075" y="6297930"/>
          <a:ext cx="319088" cy="396875"/>
        </p:xfrm>
        <a:graphic>
          <a:graphicData uri="http://schemas.openxmlformats.org/presentationml/2006/ole">
            <mc:AlternateContent xmlns:mc="http://schemas.openxmlformats.org/markup-compatibility/2006">
              <mc:Choice xmlns:v="urn:schemas-microsoft-com:vml" Requires="v">
                <p:oleObj spid="_x0000_s3089" name="" r:id="rId9" imgW="139700" imgH="177800" progId="Equation.3">
                  <p:embed/>
                </p:oleObj>
              </mc:Choice>
              <mc:Fallback>
                <p:oleObj name="" r:id="rId9" imgW="139700" imgH="177800" progId="Equation.3">
                  <p:embed/>
                  <p:pic>
                    <p:nvPicPr>
                      <p:cNvPr id="0" name="图片 3088"/>
                      <p:cNvPicPr/>
                      <p:nvPr/>
                    </p:nvPicPr>
                    <p:blipFill>
                      <a:blip r:embed="rId10"/>
                      <a:stretch>
                        <a:fillRect/>
                      </a:stretch>
                    </p:blipFill>
                    <p:spPr>
                      <a:xfrm>
                        <a:off x="7204075" y="6297930"/>
                        <a:ext cx="319088" cy="396875"/>
                      </a:xfrm>
                      <a:prstGeom prst="rect">
                        <a:avLst/>
                      </a:prstGeom>
                      <a:noFill/>
                      <a:ln w="38100">
                        <a:noFill/>
                        <a:miter/>
                      </a:ln>
                    </p:spPr>
                  </p:pic>
                </p:oleObj>
              </mc:Fallback>
            </mc:AlternateContent>
          </a:graphicData>
        </a:graphic>
      </p:graphicFrame>
      <p:sp>
        <p:nvSpPr>
          <p:cNvPr id="2" name="文本框 1"/>
          <p:cNvSpPr txBox="1"/>
          <p:nvPr/>
        </p:nvSpPr>
        <p:spPr>
          <a:xfrm>
            <a:off x="635000" y="1855470"/>
            <a:ext cx="7840980" cy="491490"/>
          </a:xfrm>
          <a:prstGeom prst="rect">
            <a:avLst/>
          </a:prstGeom>
          <a:noFill/>
        </p:spPr>
        <p:txBody>
          <a:bodyPr wrap="none" rtlCol="0">
            <a:spAutoFit/>
          </a:bodyPr>
          <a:p>
            <a:pPr>
              <a:lnSpc>
                <a:spcPct val="130000"/>
              </a:lnSpc>
            </a:pPr>
            <a:r>
              <a:rPr lang="zh-CN" altLang="en-US" sz="2000" b="1" dirty="0" smtClean="0">
                <a:solidFill>
                  <a:srgbClr val="FF0000"/>
                </a:solidFill>
                <a:latin typeface="Arial" panose="020B0604020202020204" pitchFamily="34" charset="0"/>
                <a:ea typeface="微软雅黑" panose="020B0503020204020204" charset="-122"/>
              </a:rPr>
              <a:t>观察传播路径中的两个不同位置的信号分别与信号源构成的李萨茹图</a:t>
            </a:r>
            <a:endParaRPr lang="zh-CN" altLang="en-US" sz="2000" b="1" dirty="0" smtClean="0">
              <a:solidFill>
                <a:srgbClr val="FF0000"/>
              </a:solidFill>
              <a:latin typeface="Arial" panose="020B0604020202020204" pitchFamily="34" charset="0"/>
              <a:ea typeface="微软雅黑" panose="020B0503020204020204" charset="-122"/>
            </a:endParaRPr>
          </a:p>
        </p:txBody>
      </p:sp>
      <p:sp>
        <p:nvSpPr>
          <p:cNvPr id="5" name="矩形 4"/>
          <p:cNvSpPr/>
          <p:nvPr/>
        </p:nvSpPr>
        <p:spPr>
          <a:xfrm>
            <a:off x="5506720" y="750570"/>
            <a:ext cx="756285" cy="453390"/>
          </a:xfrm>
          <a:prstGeom prst="rect">
            <a:avLst/>
          </a:prstGeom>
          <a:noFill/>
          <a:ln w="28575" cmpd="sng">
            <a:solidFill>
              <a:schemeClr val="accent5"/>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11"/>
    </p:custDataLst>
  </p:cSld>
  <p:clrMapOvr>
    <a:masterClrMapping/>
  </p:clrMapOvr>
  <p:timing>
    <p:tnLst>
      <p:par>
        <p:cTn id="1" dur="indefinite" restart="never" nodeType="tmRoot"/>
      </p:par>
    </p:tnLst>
    <p:bldLst>
      <p:bldP spid="5"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流程图: 可选过程 58369"/>
          <p:cNvSpPr/>
          <p:nvPr/>
        </p:nvSpPr>
        <p:spPr>
          <a:xfrm>
            <a:off x="766763" y="873125"/>
            <a:ext cx="4114800" cy="115888"/>
          </a:xfrm>
          <a:prstGeom prst="flowChartAlternateProcess">
            <a:avLst/>
          </a:prstGeom>
          <a:gradFill rotWithShape="0">
            <a:gsLst>
              <a:gs pos="0">
                <a:srgbClr val="005CBF">
                  <a:alpha val="100000"/>
                </a:srgbClr>
              </a:gs>
              <a:gs pos="25000">
                <a:srgbClr val="0087E6">
                  <a:alpha val="100000"/>
                </a:srgbClr>
              </a:gs>
              <a:gs pos="75000">
                <a:srgbClr val="21D6E0">
                  <a:alpha val="100000"/>
                </a:srgbClr>
              </a:gs>
              <a:gs pos="100000">
                <a:srgbClr val="03D4A8">
                  <a:alpha val="100000"/>
                </a:srgbClr>
              </a:gs>
            </a:gsLst>
            <a:lin ang="0" scaled="1"/>
            <a:tileRect/>
          </a:gradFill>
          <a:ln w="9525">
            <a:noFill/>
          </a:ln>
        </p:spPr>
        <p:txBody>
          <a:bodyPr anchor="t"/>
          <a:p>
            <a:endParaRPr lang="zh-CN" altLang="en-US">
              <a:latin typeface="Arial" panose="020B0604020202020204" pitchFamily="34" charset="0"/>
              <a:ea typeface="宋体" panose="02010600030101010101" pitchFamily="2" charset="-122"/>
            </a:endParaRPr>
          </a:p>
        </p:txBody>
      </p:sp>
      <p:sp>
        <p:nvSpPr>
          <p:cNvPr id="24578" name="文本框 58371"/>
          <p:cNvSpPr txBox="1"/>
          <p:nvPr/>
        </p:nvSpPr>
        <p:spPr>
          <a:xfrm>
            <a:off x="533400" y="1828800"/>
            <a:ext cx="8001000" cy="4262755"/>
          </a:xfrm>
          <a:prstGeom prst="rect">
            <a:avLst/>
          </a:prstGeom>
          <a:noFill/>
          <a:ln w="9525">
            <a:noFill/>
          </a:ln>
        </p:spPr>
        <p:txBody>
          <a:bodyPr anchor="t">
            <a:spAutoFit/>
          </a:bodyPr>
          <a:p>
            <a:pPr marL="457200" indent="-457200">
              <a:lnSpc>
                <a:spcPct val="140000"/>
              </a:lnSpc>
              <a:spcBef>
                <a:spcPct val="50000"/>
              </a:spcBef>
              <a:buClr>
                <a:srgbClr val="4B14FA"/>
              </a:buClr>
              <a:buFont typeface="Wingdings" panose="05000000000000000000" pitchFamily="2" charset="2"/>
              <a:buAutoNum type="arabicParenR"/>
            </a:pPr>
            <a:r>
              <a:rPr lang="zh-CN" altLang="en-US" sz="2400" b="1" dirty="0">
                <a:latin typeface="仿宋" panose="02010609060101010101" charset="-122"/>
                <a:ea typeface="仿宋" panose="02010609060101010101" charset="-122"/>
                <a:cs typeface="仿宋" panose="02010609060101010101" charset="-122"/>
              </a:rPr>
              <a:t>按实验装置图接线，使发射头和接收头的端面尽量平行</a:t>
            </a:r>
            <a:endParaRPr lang="zh-CN" altLang="en-US" sz="2400" b="1" dirty="0">
              <a:latin typeface="仿宋" panose="02010609060101010101" charset="-122"/>
              <a:ea typeface="仿宋" panose="02010609060101010101" charset="-122"/>
              <a:cs typeface="仿宋" panose="02010609060101010101" charset="-122"/>
            </a:endParaRPr>
          </a:p>
          <a:p>
            <a:pPr marL="457200" indent="-457200">
              <a:lnSpc>
                <a:spcPct val="140000"/>
              </a:lnSpc>
              <a:spcBef>
                <a:spcPct val="50000"/>
              </a:spcBef>
              <a:buClr>
                <a:srgbClr val="4B14FA"/>
              </a:buClr>
              <a:buFont typeface="Wingdings" panose="05000000000000000000" pitchFamily="2" charset="2"/>
              <a:buAutoNum type="arabicParenR"/>
            </a:pPr>
            <a:r>
              <a:rPr lang="zh-CN" altLang="en-US" sz="2400" b="1" dirty="0">
                <a:latin typeface="仿宋" panose="02010609060101010101" charset="-122"/>
                <a:ea typeface="仿宋" panose="02010609060101010101" charset="-122"/>
                <a:cs typeface="仿宋" panose="02010609060101010101" charset="-122"/>
              </a:rPr>
              <a:t>共振频率，调整函数发生器的输出频率，使接收头输出的电信号幅度最大</a:t>
            </a:r>
            <a:endParaRPr lang="zh-CN" altLang="en-US" sz="2400" b="1" dirty="0">
              <a:latin typeface="仿宋" panose="02010609060101010101" charset="-122"/>
              <a:ea typeface="仿宋" panose="02010609060101010101" charset="-122"/>
              <a:cs typeface="仿宋" panose="02010609060101010101" charset="-122"/>
            </a:endParaRPr>
          </a:p>
          <a:p>
            <a:pPr marL="457200" indent="-457200">
              <a:lnSpc>
                <a:spcPct val="140000"/>
              </a:lnSpc>
              <a:spcBef>
                <a:spcPct val="50000"/>
              </a:spcBef>
              <a:buClr>
                <a:srgbClr val="4B14FA"/>
              </a:buClr>
              <a:buFont typeface="Wingdings" panose="05000000000000000000" pitchFamily="2" charset="2"/>
              <a:buAutoNum type="arabicParenR"/>
            </a:pPr>
            <a:r>
              <a:rPr lang="zh-CN" altLang="en-US" sz="2400" b="1" dirty="0">
                <a:latin typeface="仿宋" panose="02010609060101010101" charset="-122"/>
                <a:ea typeface="仿宋" panose="02010609060101010101" charset="-122"/>
                <a:cs typeface="仿宋" panose="02010609060101010101" charset="-122"/>
              </a:rPr>
              <a:t>共振干涉法测波长，记录示波器上波形相继出现10个极大值所对应的接收头的坐标</a:t>
            </a:r>
            <a:endParaRPr lang="zh-CN" altLang="en-US" sz="2400" b="1" dirty="0">
              <a:latin typeface="仿宋" panose="02010609060101010101" charset="-122"/>
              <a:ea typeface="仿宋" panose="02010609060101010101" charset="-122"/>
              <a:cs typeface="仿宋" panose="02010609060101010101" charset="-122"/>
            </a:endParaRPr>
          </a:p>
          <a:p>
            <a:pPr marL="457200" indent="-457200">
              <a:lnSpc>
                <a:spcPct val="140000"/>
              </a:lnSpc>
              <a:spcBef>
                <a:spcPct val="50000"/>
              </a:spcBef>
              <a:buClr>
                <a:srgbClr val="4B14FA"/>
              </a:buClr>
              <a:buFont typeface="Wingdings" panose="05000000000000000000" pitchFamily="2" charset="2"/>
              <a:buAutoNum type="arabicParenR"/>
            </a:pPr>
            <a:r>
              <a:rPr lang="zh-CN" altLang="en-US" sz="2400" b="1" dirty="0">
                <a:latin typeface="仿宋" panose="02010609060101010101" charset="-122"/>
                <a:ea typeface="仿宋" panose="02010609060101010101" charset="-122"/>
                <a:cs typeface="仿宋" panose="02010609060101010101" charset="-122"/>
              </a:rPr>
              <a:t>相位比较法测波长，记录示波器上图形相继出现10个相同李萨如图形时所对应的接收头的坐标</a:t>
            </a:r>
            <a:endParaRPr lang="zh-CN" altLang="en-US" sz="2400" b="1" dirty="0">
              <a:latin typeface="仿宋" panose="02010609060101010101" charset="-122"/>
              <a:ea typeface="仿宋" panose="02010609060101010101" charset="-122"/>
              <a:cs typeface="仿宋" panose="02010609060101010101" charset="-122"/>
            </a:endParaRPr>
          </a:p>
        </p:txBody>
      </p:sp>
      <p:sp>
        <p:nvSpPr>
          <p:cNvPr id="24579" name="文本框 62468"/>
          <p:cNvSpPr txBox="1"/>
          <p:nvPr/>
        </p:nvSpPr>
        <p:spPr>
          <a:xfrm>
            <a:off x="66675" y="176213"/>
            <a:ext cx="5543550" cy="584200"/>
          </a:xfrm>
          <a:prstGeom prst="rect">
            <a:avLst/>
          </a:prstGeom>
          <a:noFill/>
          <a:ln w="9525">
            <a:noFill/>
          </a:ln>
        </p:spPr>
        <p:txBody>
          <a:bodyPr anchor="t">
            <a:spAutoFit/>
          </a:bodyPr>
          <a:p>
            <a:pPr eaLnBrk="0" hangingPunct="0">
              <a:buClr>
                <a:schemeClr val="bg1"/>
              </a:buClr>
            </a:pPr>
            <a:r>
              <a:rPr lang="zh-CN" altLang="en-US" sz="3200" b="1" dirty="0">
                <a:latin typeface="Times New Roman" panose="02020603050405020304" pitchFamily="18" charset="0"/>
                <a:ea typeface="宋体" panose="02010600030101010101" pitchFamily="2" charset="-122"/>
              </a:rPr>
              <a:t>三、 实验步骤：</a:t>
            </a:r>
            <a:endParaRPr lang="zh-CN" altLang="en-US" sz="3200" b="1" dirty="0">
              <a:latin typeface="Times New Roman" panose="02020603050405020304" pitchFamily="18" charset="0"/>
              <a:ea typeface="宋体" panose="02010600030101010101" pitchFamily="2" charset="-122"/>
            </a:endParaRP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文本框 6"/>
          <p:cNvSpPr txBox="1"/>
          <p:nvPr/>
        </p:nvSpPr>
        <p:spPr>
          <a:xfrm>
            <a:off x="698500" y="377825"/>
            <a:ext cx="5581650" cy="1198563"/>
          </a:xfrm>
          <a:prstGeom prst="rect">
            <a:avLst/>
          </a:prstGeom>
          <a:noFill/>
          <a:ln w="9525">
            <a:noFill/>
          </a:ln>
        </p:spPr>
        <p:txBody>
          <a:bodyPr wrap="square" anchor="t">
            <a:spAutoFit/>
          </a:bodyPr>
          <a:p>
            <a:r>
              <a:rPr lang="zh-CN" altLang="en-US" sz="3200" b="1">
                <a:latin typeface="宋体" panose="02010600030101010101" pitchFamily="2" charset="-122"/>
                <a:ea typeface="宋体" panose="02010600030101010101" pitchFamily="2" charset="-122"/>
              </a:rPr>
              <a:t>四、数据处理 </a:t>
            </a:r>
            <a:endParaRPr lang="zh-CN" altLang="en-US" sz="3200" b="1">
              <a:latin typeface="宋体" panose="02010600030101010101" pitchFamily="2" charset="-122"/>
              <a:ea typeface="宋体" panose="02010600030101010101" pitchFamily="2" charset="-122"/>
            </a:endParaRPr>
          </a:p>
          <a:p>
            <a:r>
              <a:rPr lang="en-US" altLang="zh-CN" sz="2000">
                <a:latin typeface="宋体" panose="02010600030101010101" pitchFamily="2" charset="-122"/>
                <a:ea typeface="宋体" panose="02010600030101010101" pitchFamily="2" charset="-122"/>
              </a:rPr>
              <a:t>1. </a:t>
            </a:r>
            <a:r>
              <a:rPr lang="zh-CN" altLang="en-US" sz="2000">
                <a:latin typeface="宋体" panose="02010600030101010101" pitchFamily="2" charset="-122"/>
                <a:ea typeface="宋体" panose="02010600030101010101" pitchFamily="2" charset="-122"/>
              </a:rPr>
              <a:t>驻波法（共振干涉法）</a:t>
            </a:r>
            <a:endParaRPr lang="zh-CN" altLang="en-US" sz="2000">
              <a:latin typeface="宋体" panose="02010600030101010101" pitchFamily="2" charset="-122"/>
              <a:ea typeface="宋体" panose="02010600030101010101" pitchFamily="2" charset="-122"/>
            </a:endParaRPr>
          </a:p>
          <a:p>
            <a:r>
              <a:rPr lang="zh-CN" altLang="en-US" sz="2000">
                <a:latin typeface="宋体" panose="02010600030101010101" pitchFamily="2" charset="-122"/>
                <a:ea typeface="宋体" panose="02010600030101010101" pitchFamily="2" charset="-122"/>
              </a:rPr>
              <a:t>数据表</a:t>
            </a:r>
            <a:r>
              <a:rPr lang="en-US" altLang="zh-CN" sz="2000">
                <a:latin typeface="宋体" panose="02010600030101010101" pitchFamily="2" charset="-122"/>
                <a:ea typeface="宋体" panose="02010600030101010101" pitchFamily="2" charset="-122"/>
              </a:rPr>
              <a:t>1      </a:t>
            </a:r>
            <a:endParaRPr lang="en-US" altLang="zh-CN" sz="2000">
              <a:latin typeface="宋体" panose="02010600030101010101" pitchFamily="2" charset="-122"/>
              <a:ea typeface="宋体" panose="02010600030101010101" pitchFamily="2" charset="-122"/>
            </a:endParaRPr>
          </a:p>
        </p:txBody>
      </p:sp>
      <p:sp>
        <p:nvSpPr>
          <p:cNvPr id="25602" name="文本框 101"/>
          <p:cNvSpPr txBox="1"/>
          <p:nvPr/>
        </p:nvSpPr>
        <p:spPr>
          <a:xfrm>
            <a:off x="2717800" y="1576388"/>
            <a:ext cx="3394075" cy="368300"/>
          </a:xfrm>
          <a:prstGeom prst="rect">
            <a:avLst/>
          </a:prstGeom>
          <a:noFill/>
          <a:ln w="9525">
            <a:noFill/>
          </a:ln>
        </p:spPr>
        <p:txBody>
          <a:bodyPr wrap="square" anchor="t">
            <a:spAutoFit/>
          </a:bodyPr>
          <a:p>
            <a:pPr algn="ctr"/>
            <a:r>
              <a:rPr lang="en-US" altLang="zh-CN" b="1">
                <a:latin typeface="宋体" panose="02010600030101010101" pitchFamily="2" charset="-122"/>
                <a:ea typeface="宋体" panose="02010600030101010101" pitchFamily="2" charset="-122"/>
              </a:rPr>
              <a:t>f      </a:t>
            </a:r>
            <a:r>
              <a:rPr lang="zh-CN" altLang="en-US" b="1">
                <a:latin typeface="宋体" panose="02010600030101010101" pitchFamily="2" charset="-122"/>
                <a:ea typeface="宋体" panose="02010600030101010101" pitchFamily="2" charset="-122"/>
              </a:rPr>
              <a:t>＝        </a:t>
            </a:r>
            <a:r>
              <a:rPr lang="en-US" altLang="zh-CN" b="1">
                <a:latin typeface="宋体" panose="02010600030101010101" pitchFamily="2" charset="-122"/>
                <a:ea typeface="宋体" panose="02010600030101010101" pitchFamily="2" charset="-122"/>
              </a:rPr>
              <a:t>KHz</a:t>
            </a:r>
            <a:endParaRPr lang="en-US" altLang="zh-CN" b="1">
              <a:latin typeface="宋体" panose="02010600030101010101" pitchFamily="2" charset="-122"/>
              <a:ea typeface="宋体" panose="02010600030101010101" pitchFamily="2" charset="-122"/>
            </a:endParaRPr>
          </a:p>
        </p:txBody>
      </p:sp>
      <p:graphicFrame>
        <p:nvGraphicFramePr>
          <p:cNvPr id="9" name="表格 8"/>
          <p:cNvGraphicFramePr/>
          <p:nvPr>
            <p:custDataLst>
              <p:tags r:id="rId1"/>
            </p:custDataLst>
          </p:nvPr>
        </p:nvGraphicFramePr>
        <p:xfrm>
          <a:off x="517525" y="2284413"/>
          <a:ext cx="8159750" cy="3467100"/>
        </p:xfrm>
        <a:graphic>
          <a:graphicData uri="http://schemas.openxmlformats.org/drawingml/2006/table">
            <a:tbl>
              <a:tblPr firstRow="1" bandRow="1">
                <a:tableStyleId>{5940675A-B579-460E-94D1-54222C63F5DA}</a:tableStyleId>
              </a:tblPr>
              <a:tblGrid>
                <a:gridCol w="1945640"/>
                <a:gridCol w="544195"/>
                <a:gridCol w="657225"/>
                <a:gridCol w="544830"/>
                <a:gridCol w="570230"/>
                <a:gridCol w="638810"/>
                <a:gridCol w="699770"/>
                <a:gridCol w="499745"/>
                <a:gridCol w="842645"/>
                <a:gridCol w="603250"/>
                <a:gridCol w="613410"/>
              </a:tblGrid>
              <a:tr h="476250">
                <a:tc rowSpan="3">
                  <a:txBody>
                    <a:bodyPr/>
                    <a:p>
                      <a:pPr algn="ctr">
                        <a:buNone/>
                      </a:pPr>
                      <a:r>
                        <a:rPr lang="zh-CN" altLang="en-US" sz="2000" b="1">
                          <a:latin typeface="宋体" panose="02010600030101010101" pitchFamily="2" charset="-122"/>
                          <a:ea typeface="宋体" panose="02010600030101010101" pitchFamily="2" charset="-122"/>
                          <a:cs typeface="宋体" panose="02010600030101010101" pitchFamily="2" charset="-122"/>
                        </a:rPr>
                        <a:t>项目</a:t>
                      </a:r>
                      <a:endParaRPr lang="zh-CN" altLang="en-US"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a:solidFill>
                        <a:schemeClr val="tx1"/>
                      </a:solidFill>
                      <a:prstDash val="solid"/>
                    </a:lnB>
                    <a:lnTlToBr>
                      <a:noFill/>
                    </a:lnTlToBr>
                    <a:lnBlToTr>
                      <a:noFill/>
                    </a:lnBlToTr>
                    <a:noFill/>
                  </a:tcPr>
                </a:tc>
                <a:tc gridSpan="10">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S</a:t>
                      </a:r>
                      <a:r>
                        <a:rPr lang="en-US" altLang="zh-CN" sz="2000" b="1" baseline="-25000">
                          <a:latin typeface="宋体" panose="02010600030101010101" pitchFamily="2" charset="-122"/>
                          <a:ea typeface="宋体" panose="02010600030101010101" pitchFamily="2" charset="-122"/>
                          <a:cs typeface="宋体" panose="02010600030101010101" pitchFamily="2" charset="-122"/>
                        </a:rPr>
                        <a:t>2</a:t>
                      </a:r>
                      <a:r>
                        <a:rPr lang="zh-CN" altLang="en-US" sz="2000" b="1">
                          <a:latin typeface="宋体" panose="02010600030101010101" pitchFamily="2" charset="-122"/>
                          <a:ea typeface="宋体" panose="02010600030101010101" pitchFamily="2" charset="-122"/>
                          <a:cs typeface="宋体" panose="02010600030101010101" pitchFamily="2" charset="-122"/>
                        </a:rPr>
                        <a:t>坐标（</a:t>
                      </a:r>
                      <a:r>
                        <a:rPr lang="en-US" altLang="zh-CN" sz="2000" b="1">
                          <a:latin typeface="宋体" panose="02010600030101010101" pitchFamily="2" charset="-122"/>
                          <a:ea typeface="宋体" panose="02010600030101010101" pitchFamily="2" charset="-122"/>
                          <a:cs typeface="宋体" panose="02010600030101010101" pitchFamily="2" charset="-122"/>
                        </a:rPr>
                        <a:t>mm</a:t>
                      </a:r>
                      <a:r>
                        <a:rPr lang="zh-CN" altLang="en-US" sz="2000" b="1">
                          <a:latin typeface="宋体" panose="02010600030101010101" pitchFamily="2" charset="-122"/>
                          <a:ea typeface="宋体" panose="02010600030101010101" pitchFamily="2" charset="-122"/>
                          <a:cs typeface="宋体" panose="02010600030101010101" pitchFamily="2" charset="-122"/>
                        </a:rPr>
                        <a:t>）</a:t>
                      </a:r>
                      <a:endParaRPr lang="zh-CN" altLang="en-US"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474980">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1</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2</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3</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4</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5</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6</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7</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8</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9</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10</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75615">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a:solidFill>
                        <a:schemeClr val="tx1"/>
                      </a:solidFill>
                      <a:prstDash val="solid"/>
                    </a:lnB>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76250">
                <a:tc rowSpan="2">
                  <a:txBody>
                    <a:bodyPr/>
                    <a:p>
                      <a:pPr algn="ctr">
                        <a:buNone/>
                      </a:pPr>
                      <a:r>
                        <a:rPr lang="zh-CN" altLang="en-US" sz="2000" b="1">
                          <a:latin typeface="宋体" panose="02010600030101010101" pitchFamily="2" charset="-122"/>
                          <a:ea typeface="宋体" panose="02010600030101010101" pitchFamily="2" charset="-122"/>
                          <a:cs typeface="宋体" panose="02010600030101010101" pitchFamily="2" charset="-122"/>
                        </a:rPr>
                        <a:t>逐差（</a:t>
                      </a:r>
                      <a:r>
                        <a:rPr lang="en-US" altLang="zh-CN" sz="2000" b="1">
                          <a:latin typeface="宋体" panose="02010600030101010101" pitchFamily="2" charset="-122"/>
                          <a:ea typeface="宋体" panose="02010600030101010101" pitchFamily="2" charset="-122"/>
                          <a:cs typeface="宋体" panose="02010600030101010101" pitchFamily="2" charset="-122"/>
                        </a:rPr>
                        <a:t>5</a:t>
                      </a:r>
                      <a:r>
                        <a:rPr lang="en-US" altLang="zh-CN" sz="2000" b="1">
                          <a:latin typeface="Arial" panose="020B0604020202020204" pitchFamily="34" charset="0"/>
                          <a:ea typeface="宋体" panose="02010600030101010101" pitchFamily="2" charset="-122"/>
                          <a:cs typeface="宋体" panose="02010600030101010101" pitchFamily="2" charset="-122"/>
                        </a:rPr>
                        <a:t>∆</a:t>
                      </a: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zh-CN" altLang="en-US" sz="2000" b="1">
                          <a:latin typeface="宋体" panose="02010600030101010101" pitchFamily="2" charset="-122"/>
                          <a:ea typeface="宋体" panose="02010600030101010101" pitchFamily="2" charset="-122"/>
                          <a:cs typeface="宋体" panose="02010600030101010101" pitchFamily="2" charset="-122"/>
                        </a:rPr>
                        <a:t>）</a:t>
                      </a:r>
                      <a:endParaRPr lang="zh-CN" altLang="en-US"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12700">
                      <a:solidFill>
                        <a:schemeClr val="tx1"/>
                      </a:solidFill>
                      <a:prstDash val="solid"/>
                    </a:lnL>
                    <a:lnR w="12700">
                      <a:solidFill>
                        <a:schemeClr val="tx1"/>
                      </a:solidFill>
                      <a:prstDash val="solid"/>
                    </a:lnR>
                    <a:lnT w="12700">
                      <a:solidFill>
                        <a:schemeClr val="tx1"/>
                      </a:solidFill>
                      <a:prstDash val="solid"/>
                    </a:lnT>
                    <a:lnB w="12700" cap="flat">
                      <a:solidFill>
                        <a:schemeClr val="tx1"/>
                      </a:solidFill>
                      <a:prstDash val="solid"/>
                    </a:lnB>
                    <a:lnTlToBr>
                      <a:noFill/>
                    </a:lnTlToBr>
                    <a:lnBlToTr>
                      <a:noFill/>
                    </a:lnBlToTr>
                    <a:noFill/>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6</a:t>
                      </a:r>
                      <a:r>
                        <a:rPr lang="zh-CN" altLang="en-US" sz="2000" b="1">
                          <a:latin typeface="宋体" panose="02010600030101010101" pitchFamily="2" charset="-122"/>
                          <a:ea typeface="宋体" panose="02010600030101010101" pitchFamily="2" charset="-122"/>
                          <a:cs typeface="宋体" panose="02010600030101010101" pitchFamily="2" charset="-122"/>
                        </a:rPr>
                        <a:t>－</a:t>
                      </a: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1</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12700">
                      <a:solidFill>
                        <a:schemeClr val="tx1"/>
                      </a:solidFill>
                      <a:prstDash val="soli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7</a:t>
                      </a:r>
                      <a:r>
                        <a:rPr lang="zh-CN" altLang="en-US" sz="2000" b="1">
                          <a:latin typeface="宋体" panose="02010600030101010101" pitchFamily="2" charset="-122"/>
                          <a:ea typeface="宋体" panose="02010600030101010101" pitchFamily="2" charset="-122"/>
                          <a:cs typeface="宋体" panose="02010600030101010101" pitchFamily="2" charset="-122"/>
                        </a:rPr>
                        <a:t>－</a:t>
                      </a: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2</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8</a:t>
                      </a:r>
                      <a:r>
                        <a:rPr lang="zh-CN" altLang="en-US" sz="2000" b="1">
                          <a:latin typeface="宋体" panose="02010600030101010101" pitchFamily="2" charset="-122"/>
                          <a:ea typeface="宋体" panose="02010600030101010101" pitchFamily="2" charset="-122"/>
                          <a:cs typeface="宋体" panose="02010600030101010101" pitchFamily="2" charset="-122"/>
                        </a:rPr>
                        <a:t>－</a:t>
                      </a: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3</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9</a:t>
                      </a:r>
                      <a:r>
                        <a:rPr lang="zh-CN" altLang="en-US" sz="2000" b="1">
                          <a:latin typeface="宋体" panose="02010600030101010101" pitchFamily="2" charset="-122"/>
                          <a:ea typeface="宋体" panose="02010600030101010101" pitchFamily="2" charset="-122"/>
                          <a:cs typeface="宋体" panose="02010600030101010101" pitchFamily="2" charset="-122"/>
                        </a:rPr>
                        <a:t>－</a:t>
                      </a: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4</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10</a:t>
                      </a:r>
                      <a:r>
                        <a:rPr lang="zh-CN" altLang="en-US" sz="2000" b="1">
                          <a:latin typeface="宋体" panose="02010600030101010101" pitchFamily="2" charset="-122"/>
                          <a:ea typeface="宋体" panose="02010600030101010101" pitchFamily="2" charset="-122"/>
                          <a:cs typeface="宋体" panose="02010600030101010101" pitchFamily="2" charset="-122"/>
                        </a:rPr>
                        <a:t>－</a:t>
                      </a: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5</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474980">
                <a:tc vMerge="1">
                  <a:tcPr>
                    <a:lnL w="12700">
                      <a:solidFill>
                        <a:schemeClr val="tx1"/>
                      </a:solidFill>
                      <a:prstDash val="solid"/>
                    </a:lnL>
                    <a:lnR w="12700">
                      <a:solidFill>
                        <a:schemeClr val="tx1"/>
                      </a:solidFill>
                      <a:prstDash val="solid"/>
                    </a:lnR>
                    <a:lnB w="12700" cap="flat">
                      <a:solidFill>
                        <a:schemeClr val="tx1"/>
                      </a:solidFill>
                      <a:prstDash val="solid"/>
                    </a:lnB>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12700">
                      <a:solidFill>
                        <a:schemeClr val="tx1"/>
                      </a:solidFill>
                      <a:prstDash val="soli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534670">
                <a:tc>
                  <a:txBody>
                    <a:bodyPr/>
                    <a:p>
                      <a:pPr algn="ctr">
                        <a:buNone/>
                      </a:pPr>
                      <a:r>
                        <a:rPr lang="zh-CN" altLang="en-US" sz="2000" b="1">
                          <a:latin typeface="宋体" panose="02010600030101010101" pitchFamily="2" charset="-122"/>
                          <a:ea typeface="宋体" panose="02010600030101010101" pitchFamily="2" charset="-122"/>
                          <a:cs typeface="宋体" panose="02010600030101010101" pitchFamily="2" charset="-122"/>
                        </a:rPr>
                        <a:t>（</a:t>
                      </a:r>
                      <a:r>
                        <a:rPr lang="en-US" altLang="zh-CN" sz="2000" b="1">
                          <a:latin typeface="宋体" panose="02010600030101010101" pitchFamily="2" charset="-122"/>
                          <a:ea typeface="宋体" panose="02010600030101010101" pitchFamily="2" charset="-122"/>
                          <a:cs typeface="宋体" panose="02010600030101010101" pitchFamily="2" charset="-122"/>
                        </a:rPr>
                        <a:t>λ=2</a:t>
                      </a:r>
                      <a:r>
                        <a:rPr lang="en-US" altLang="zh-CN" sz="2000" b="1">
                          <a:latin typeface="Arial" panose="020B0604020202020204" pitchFamily="34" charset="0"/>
                          <a:ea typeface="宋体" panose="02010600030101010101" pitchFamily="2" charset="-122"/>
                          <a:cs typeface="宋体" panose="02010600030101010101" pitchFamily="2" charset="-122"/>
                          <a:sym typeface="+mn-ea"/>
                        </a:rPr>
                        <a:t>∆</a:t>
                      </a:r>
                      <a:r>
                        <a:rPr lang="en-US" altLang="zh-CN" sz="2000" b="1">
                          <a:latin typeface="宋体" panose="02010600030101010101" pitchFamily="2" charset="-122"/>
                          <a:ea typeface="宋体" panose="02010600030101010101" pitchFamily="2" charset="-122"/>
                          <a:cs typeface="宋体" panose="02010600030101010101" pitchFamily="2" charset="-122"/>
                          <a:sym typeface="+mn-ea"/>
                        </a:rPr>
                        <a:t>X</a:t>
                      </a:r>
                      <a:r>
                        <a:rPr lang="zh-CN" altLang="en-US" sz="2000" b="1">
                          <a:latin typeface="宋体" panose="02010600030101010101" pitchFamily="2" charset="-122"/>
                          <a:ea typeface="宋体" panose="02010600030101010101" pitchFamily="2" charset="-122"/>
                          <a:cs typeface="宋体" panose="02010600030101010101" pitchFamily="2" charset="-122"/>
                        </a:rPr>
                        <a:t>）</a:t>
                      </a:r>
                      <a:endParaRPr lang="zh-CN" altLang="en-US"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12700">
                      <a:solidFill>
                        <a:schemeClr val="tx1"/>
                      </a:solidFill>
                      <a:prstDash val="solid"/>
                    </a:lnL>
                    <a:lnR w="12700">
                      <a:solidFill>
                        <a:schemeClr val="tx1"/>
                      </a:solidFill>
                      <a:prstDash val="solid"/>
                    </a:lnR>
                    <a:lnT w="12700" cap="flat">
                      <a:solidFill>
                        <a:schemeClr val="tx1"/>
                      </a:solidFill>
                      <a:prstDash val="solid"/>
                    </a:lnT>
                    <a:lnB w="12700">
                      <a:solidFill>
                        <a:schemeClr val="tx1"/>
                      </a:solidFill>
                      <a:prstDash val="solid"/>
                    </a:lnB>
                    <a:lnTlToBr>
                      <a:noFill/>
                    </a:lnTlToBr>
                    <a:lnBlToTr>
                      <a:noFill/>
                    </a:lnBlToTr>
                    <a:noFill/>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12700">
                      <a:solidFill>
                        <a:schemeClr val="tx1"/>
                      </a:solidFill>
                      <a:prstDash val="soli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554355">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sym typeface="+mn-ea"/>
                        </a:rPr>
                        <a:t>λ</a:t>
                      </a:r>
                      <a:r>
                        <a:rPr lang="zh-CN" altLang="en-US" sz="2000" b="1">
                          <a:latin typeface="Times New Roman" panose="02020603050405020304" pitchFamily="18" charset="0"/>
                          <a:cs typeface="Times New Roman" panose="02020603050405020304" pitchFamily="18" charset="0"/>
                        </a:rPr>
                        <a:t>的平均值</a:t>
                      </a:r>
                      <a:endParaRPr lang="zh-CN" altLang="en-US" sz="2000" b="1">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a:solidFill>
                        <a:schemeClr val="tx1"/>
                      </a:solidFill>
                      <a:prstDash val="solid"/>
                    </a:lnT>
                    <a:lnB w="12700" cap="flat" cmpd="sng">
                      <a:solidFill>
                        <a:srgbClr val="080000"/>
                      </a:solidFill>
                      <a:prstDash val="solid"/>
                      <a:headEnd type="none" w="med" len="med"/>
                      <a:tailEnd type="none" w="med" len="med"/>
                    </a:lnB>
                    <a:lnTlToBr>
                      <a:noFill/>
                    </a:lnTlToBr>
                    <a:lnBlToTr>
                      <a:noFill/>
                    </a:lnBlToTr>
                    <a:noFill/>
                  </a:tcPr>
                </a:tc>
                <a:tc gridSpan="10">
                  <a:txBody>
                    <a:bodyPr/>
                    <a:p>
                      <a:pPr algn="ctr">
                        <a:buNone/>
                      </a:pPr>
                      <a:endParaRPr lang="zh-CN" altLang="en-US"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bl>
          </a:graphicData>
        </a:graphic>
      </p:graphicFrame>
    </p:spTree>
    <p:custDataLst>
      <p:tags r:id="rId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文本框 13"/>
          <p:cNvSpPr txBox="1"/>
          <p:nvPr/>
        </p:nvSpPr>
        <p:spPr>
          <a:xfrm>
            <a:off x="1217613" y="407988"/>
            <a:ext cx="5894387" cy="954087"/>
          </a:xfrm>
          <a:prstGeom prst="rect">
            <a:avLst/>
          </a:prstGeom>
          <a:noFill/>
          <a:ln w="9525">
            <a:noFill/>
          </a:ln>
        </p:spPr>
        <p:txBody>
          <a:bodyPr wrap="square" anchor="t">
            <a:spAutoFit/>
          </a:bodyPr>
          <a:p>
            <a:r>
              <a:rPr lang="en-US" altLang="zh-CN" sz="2800">
                <a:latin typeface="宋体" panose="02010600030101010101" pitchFamily="2" charset="-122"/>
                <a:ea typeface="宋体" panose="02010600030101010101" pitchFamily="2" charset="-122"/>
              </a:rPr>
              <a:t>2.</a:t>
            </a:r>
            <a:r>
              <a:rPr lang="zh-CN" altLang="en-US" sz="2800">
                <a:latin typeface="宋体" panose="02010600030101010101" pitchFamily="2" charset="-122"/>
                <a:ea typeface="宋体" panose="02010600030101010101" pitchFamily="2" charset="-122"/>
              </a:rPr>
              <a:t>相位比较法</a:t>
            </a:r>
            <a:endParaRPr lang="zh-CN" altLang="en-US" sz="2800">
              <a:latin typeface="宋体" panose="02010600030101010101" pitchFamily="2" charset="-122"/>
              <a:ea typeface="宋体" panose="02010600030101010101" pitchFamily="2" charset="-122"/>
            </a:endParaRPr>
          </a:p>
          <a:p>
            <a:r>
              <a:rPr lang="zh-CN" altLang="en-US" sz="2800">
                <a:latin typeface="宋体" panose="02010600030101010101" pitchFamily="2" charset="-122"/>
                <a:ea typeface="宋体" panose="02010600030101010101" pitchFamily="2" charset="-122"/>
              </a:rPr>
              <a:t>数据表</a:t>
            </a:r>
            <a:r>
              <a:rPr lang="en-US" altLang="zh-CN" sz="2800">
                <a:latin typeface="宋体" panose="02010600030101010101" pitchFamily="2" charset="-122"/>
                <a:ea typeface="宋体" panose="02010600030101010101" pitchFamily="2" charset="-122"/>
              </a:rPr>
              <a:t>2      </a:t>
            </a:r>
            <a:endParaRPr lang="en-US" altLang="zh-CN" sz="2800">
              <a:latin typeface="宋体" panose="02010600030101010101" pitchFamily="2" charset="-122"/>
              <a:ea typeface="宋体" panose="02010600030101010101" pitchFamily="2" charset="-122"/>
            </a:endParaRPr>
          </a:p>
        </p:txBody>
      </p:sp>
      <p:graphicFrame>
        <p:nvGraphicFramePr>
          <p:cNvPr id="16" name="表格 15"/>
          <p:cNvGraphicFramePr/>
          <p:nvPr>
            <p:custDataLst>
              <p:tags r:id="rId1"/>
            </p:custDataLst>
          </p:nvPr>
        </p:nvGraphicFramePr>
        <p:xfrm>
          <a:off x="239713" y="1735138"/>
          <a:ext cx="8750300" cy="3709988"/>
        </p:xfrm>
        <a:graphic>
          <a:graphicData uri="http://schemas.openxmlformats.org/drawingml/2006/table">
            <a:tbl>
              <a:tblPr firstRow="1" bandRow="1">
                <a:tableStyleId>{5940675A-B579-460E-94D1-54222C63F5DA}</a:tableStyleId>
              </a:tblPr>
              <a:tblGrid>
                <a:gridCol w="2085975"/>
                <a:gridCol w="583565"/>
                <a:gridCol w="706120"/>
                <a:gridCol w="582930"/>
                <a:gridCol w="611505"/>
                <a:gridCol w="685165"/>
                <a:gridCol w="750570"/>
                <a:gridCol w="535940"/>
                <a:gridCol w="903605"/>
                <a:gridCol w="648335"/>
                <a:gridCol w="656590"/>
              </a:tblGrid>
              <a:tr h="510540">
                <a:tc rowSpan="3">
                  <a:txBody>
                    <a:bodyPr/>
                    <a:p>
                      <a:pPr algn="ctr">
                        <a:buNone/>
                      </a:pPr>
                      <a:r>
                        <a:rPr lang="zh-CN" altLang="en-US" sz="2000" b="1">
                          <a:latin typeface="宋体" panose="02010600030101010101" pitchFamily="2" charset="-122"/>
                          <a:ea typeface="宋体" panose="02010600030101010101" pitchFamily="2" charset="-122"/>
                          <a:cs typeface="宋体" panose="02010600030101010101" pitchFamily="2" charset="-122"/>
                        </a:rPr>
                        <a:t>项目</a:t>
                      </a:r>
                      <a:endParaRPr lang="zh-CN" altLang="en-US"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gridSpan="10">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S</a:t>
                      </a:r>
                      <a:r>
                        <a:rPr lang="en-US" altLang="zh-CN" sz="2000" b="1" baseline="-25000">
                          <a:latin typeface="宋体" panose="02010600030101010101" pitchFamily="2" charset="-122"/>
                          <a:ea typeface="宋体" panose="02010600030101010101" pitchFamily="2" charset="-122"/>
                          <a:cs typeface="宋体" panose="02010600030101010101" pitchFamily="2" charset="-122"/>
                        </a:rPr>
                        <a:t>2</a:t>
                      </a:r>
                      <a:r>
                        <a:rPr lang="zh-CN" altLang="en-US" sz="2000" b="1">
                          <a:latin typeface="宋体" panose="02010600030101010101" pitchFamily="2" charset="-122"/>
                          <a:ea typeface="宋体" panose="02010600030101010101" pitchFamily="2" charset="-122"/>
                          <a:cs typeface="宋体" panose="02010600030101010101" pitchFamily="2" charset="-122"/>
                        </a:rPr>
                        <a:t>坐标（</a:t>
                      </a:r>
                      <a:r>
                        <a:rPr lang="en-US" altLang="zh-CN" sz="2000" b="1">
                          <a:latin typeface="宋体" panose="02010600030101010101" pitchFamily="2" charset="-122"/>
                          <a:ea typeface="宋体" panose="02010600030101010101" pitchFamily="2" charset="-122"/>
                          <a:cs typeface="宋体" panose="02010600030101010101" pitchFamily="2" charset="-122"/>
                        </a:rPr>
                        <a:t>mm</a:t>
                      </a:r>
                      <a:r>
                        <a:rPr lang="zh-CN" altLang="en-US" sz="2000" b="1">
                          <a:latin typeface="宋体" panose="02010600030101010101" pitchFamily="2" charset="-122"/>
                          <a:ea typeface="宋体" panose="02010600030101010101" pitchFamily="2" charset="-122"/>
                          <a:cs typeface="宋体" panose="02010600030101010101" pitchFamily="2" charset="-122"/>
                        </a:rPr>
                        <a:t>）</a:t>
                      </a:r>
                      <a:endParaRPr lang="zh-CN" altLang="en-US"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510540">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1</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2</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3</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4</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5</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6</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7</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8</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9</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10</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11810">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chemeClr val="tx1"/>
                      </a:solidFill>
                      <a:prstDash val="solid"/>
                      <a:headEnd type="none" w="med" len="med"/>
                      <a:tailEnd type="none" w="med" len="med"/>
                    </a:lnB>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11175">
                <a:tc rowSpan="2">
                  <a:txBody>
                    <a:bodyPr/>
                    <a:p>
                      <a:pPr algn="ctr">
                        <a:buNone/>
                      </a:pPr>
                      <a:r>
                        <a:rPr lang="zh-CN" altLang="en-US" sz="2000" b="1">
                          <a:latin typeface="宋体" panose="02010600030101010101" pitchFamily="2" charset="-122"/>
                          <a:ea typeface="宋体" panose="02010600030101010101" pitchFamily="2" charset="-122"/>
                          <a:cs typeface="宋体" panose="02010600030101010101" pitchFamily="2" charset="-122"/>
                        </a:rPr>
                        <a:t>逐差（</a:t>
                      </a:r>
                      <a:r>
                        <a:rPr lang="en-US" altLang="zh-CN" sz="2000" b="1">
                          <a:latin typeface="宋体" panose="02010600030101010101" pitchFamily="2" charset="-122"/>
                          <a:ea typeface="宋体" panose="02010600030101010101" pitchFamily="2" charset="-122"/>
                          <a:cs typeface="宋体" panose="02010600030101010101" pitchFamily="2" charset="-122"/>
                        </a:rPr>
                        <a:t>5</a:t>
                      </a:r>
                      <a:r>
                        <a:rPr lang="en-US" altLang="zh-CN" sz="2000" b="1">
                          <a:latin typeface="Arial" panose="020B0604020202020204" pitchFamily="34" charset="0"/>
                          <a:ea typeface="宋体" panose="02010600030101010101" pitchFamily="2" charset="-122"/>
                          <a:cs typeface="宋体" panose="02010600030101010101" pitchFamily="2" charset="-122"/>
                          <a:sym typeface="+mn-ea"/>
                        </a:rPr>
                        <a:t>∆</a:t>
                      </a: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zh-CN" altLang="en-US" sz="2000" b="1">
                          <a:latin typeface="宋体" panose="02010600030101010101" pitchFamily="2" charset="-122"/>
                          <a:ea typeface="宋体" panose="02010600030101010101" pitchFamily="2" charset="-122"/>
                          <a:cs typeface="宋体" panose="02010600030101010101" pitchFamily="2" charset="-122"/>
                        </a:rPr>
                        <a:t>）</a:t>
                      </a:r>
                      <a:endParaRPr lang="zh-CN" altLang="en-US"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a:solidFill>
                        <a:schemeClr val="tx1"/>
                      </a:solidFill>
                      <a:prstDash val="solid"/>
                    </a:lnB>
                    <a:lnTlToBr>
                      <a:noFill/>
                    </a:lnTlToBr>
                    <a:lnBlToTr>
                      <a:noFill/>
                    </a:lnBlToTr>
                    <a:noFill/>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6</a:t>
                      </a:r>
                      <a:r>
                        <a:rPr lang="zh-CN" altLang="en-US" sz="2000" b="1">
                          <a:latin typeface="宋体" panose="02010600030101010101" pitchFamily="2" charset="-122"/>
                          <a:ea typeface="宋体" panose="02010600030101010101" pitchFamily="2" charset="-122"/>
                          <a:cs typeface="宋体" panose="02010600030101010101" pitchFamily="2" charset="-122"/>
                        </a:rPr>
                        <a:t>－</a:t>
                      </a: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1</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12700" cap="flat" cmpd="sng">
                      <a:solidFill>
                        <a:schemeClr val="tx1"/>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7</a:t>
                      </a:r>
                      <a:r>
                        <a:rPr lang="zh-CN" altLang="en-US" sz="2000" b="1">
                          <a:latin typeface="宋体" panose="02010600030101010101" pitchFamily="2" charset="-122"/>
                          <a:ea typeface="宋体" panose="02010600030101010101" pitchFamily="2" charset="-122"/>
                          <a:cs typeface="宋体" panose="02010600030101010101" pitchFamily="2" charset="-122"/>
                        </a:rPr>
                        <a:t>－</a:t>
                      </a: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2</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8</a:t>
                      </a:r>
                      <a:r>
                        <a:rPr lang="zh-CN" altLang="en-US" sz="2000" b="1">
                          <a:latin typeface="宋体" panose="02010600030101010101" pitchFamily="2" charset="-122"/>
                          <a:ea typeface="宋体" panose="02010600030101010101" pitchFamily="2" charset="-122"/>
                          <a:cs typeface="宋体" panose="02010600030101010101" pitchFamily="2" charset="-122"/>
                        </a:rPr>
                        <a:t>－</a:t>
                      </a: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3</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9</a:t>
                      </a:r>
                      <a:r>
                        <a:rPr lang="zh-CN" altLang="en-US" sz="2000" b="1">
                          <a:latin typeface="宋体" panose="02010600030101010101" pitchFamily="2" charset="-122"/>
                          <a:ea typeface="宋体" panose="02010600030101010101" pitchFamily="2" charset="-122"/>
                          <a:cs typeface="宋体" panose="02010600030101010101" pitchFamily="2" charset="-122"/>
                        </a:rPr>
                        <a:t>－</a:t>
                      </a: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4</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10</a:t>
                      </a:r>
                      <a:r>
                        <a:rPr lang="zh-CN" altLang="en-US" sz="2000" b="1">
                          <a:latin typeface="宋体" panose="02010600030101010101" pitchFamily="2" charset="-122"/>
                          <a:ea typeface="宋体" panose="02010600030101010101" pitchFamily="2" charset="-122"/>
                          <a:cs typeface="宋体" panose="02010600030101010101" pitchFamily="2" charset="-122"/>
                        </a:rPr>
                        <a:t>－</a:t>
                      </a:r>
                      <a:r>
                        <a:rPr lang="en-US" altLang="zh-CN" sz="2000" b="1">
                          <a:latin typeface="宋体" panose="02010600030101010101" pitchFamily="2" charset="-122"/>
                          <a:ea typeface="宋体" panose="02010600030101010101" pitchFamily="2" charset="-122"/>
                          <a:cs typeface="宋体" panose="02010600030101010101" pitchFamily="2" charset="-122"/>
                        </a:rPr>
                        <a:t>X</a:t>
                      </a:r>
                      <a:r>
                        <a:rPr lang="en-US" altLang="zh-CN" sz="2000" b="1" baseline="-25000">
                          <a:latin typeface="宋体" panose="02010600030101010101" pitchFamily="2" charset="-122"/>
                          <a:ea typeface="宋体" panose="02010600030101010101" pitchFamily="2" charset="-122"/>
                          <a:cs typeface="宋体" panose="02010600030101010101" pitchFamily="2" charset="-122"/>
                        </a:rPr>
                        <a:t>5</a:t>
                      </a:r>
                      <a:endParaRPr lang="en-US" altLang="zh-CN" sz="2000" b="1" baseline="-25000">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51054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a:solidFill>
                        <a:schemeClr val="tx1"/>
                      </a:solidFill>
                      <a:prstDash val="solid"/>
                    </a:lnB>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12700" cap="flat" cmpd="sng">
                      <a:solidFill>
                        <a:schemeClr val="tx1"/>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532765">
                <a:tc>
                  <a:txBody>
                    <a:bodyPr/>
                    <a:p>
                      <a:pPr algn="ctr">
                        <a:buNone/>
                      </a:pPr>
                      <a:r>
                        <a:rPr lang="zh-CN" altLang="en-US" sz="2000" b="1">
                          <a:latin typeface="宋体" panose="02010600030101010101" pitchFamily="2" charset="-122"/>
                          <a:ea typeface="宋体" panose="02010600030101010101" pitchFamily="2" charset="-122"/>
                          <a:cs typeface="宋体" panose="02010600030101010101" pitchFamily="2" charset="-122"/>
                        </a:rPr>
                        <a:t>（</a:t>
                      </a:r>
                      <a:r>
                        <a:rPr lang="en-US" altLang="zh-CN" sz="2000" b="1">
                          <a:latin typeface="宋体" panose="02010600030101010101" pitchFamily="2" charset="-122"/>
                          <a:ea typeface="宋体" panose="02010600030101010101" pitchFamily="2" charset="-122"/>
                          <a:cs typeface="宋体" panose="02010600030101010101" pitchFamily="2" charset="-122"/>
                          <a:sym typeface="+mn-ea"/>
                        </a:rPr>
                        <a:t>λ=</a:t>
                      </a:r>
                      <a:r>
                        <a:rPr lang="en-US" altLang="zh-CN" sz="2000" b="1">
                          <a:latin typeface="Arial" panose="020B0604020202020204" pitchFamily="34" charset="0"/>
                          <a:ea typeface="宋体" panose="02010600030101010101" pitchFamily="2" charset="-122"/>
                          <a:cs typeface="宋体" panose="02010600030101010101" pitchFamily="2" charset="-122"/>
                          <a:sym typeface="+mn-ea"/>
                        </a:rPr>
                        <a:t>∆</a:t>
                      </a:r>
                      <a:r>
                        <a:rPr lang="en-US" altLang="zh-CN" sz="2000" b="1">
                          <a:latin typeface="宋体" panose="02010600030101010101" pitchFamily="2" charset="-122"/>
                          <a:ea typeface="宋体" panose="02010600030101010101" pitchFamily="2" charset="-122"/>
                          <a:cs typeface="宋体" panose="02010600030101010101" pitchFamily="2" charset="-122"/>
                          <a:sym typeface="+mn-ea"/>
                        </a:rPr>
                        <a:t>X</a:t>
                      </a:r>
                      <a:r>
                        <a:rPr lang="zh-CN" altLang="en-US" sz="2000" b="1">
                          <a:latin typeface="宋体" panose="02010600030101010101" pitchFamily="2" charset="-122"/>
                          <a:ea typeface="宋体" panose="02010600030101010101" pitchFamily="2" charset="-122"/>
                          <a:cs typeface="宋体" panose="02010600030101010101" pitchFamily="2" charset="-122"/>
                        </a:rPr>
                        <a:t>）</a:t>
                      </a:r>
                      <a:endParaRPr lang="zh-CN" altLang="en-US"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noFill/>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12700" cap="flat" cmpd="sng">
                      <a:solidFill>
                        <a:schemeClr val="tx1"/>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rPr>
                        <a:t> </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622300">
                <a:tc>
                  <a:txBody>
                    <a:bodyPr/>
                    <a:p>
                      <a:pPr algn="ctr">
                        <a:buNone/>
                      </a:pPr>
                      <a:r>
                        <a:rPr lang="en-US" altLang="zh-CN" sz="2000" b="1">
                          <a:latin typeface="宋体" panose="02010600030101010101" pitchFamily="2" charset="-122"/>
                          <a:ea typeface="宋体" panose="02010600030101010101" pitchFamily="2" charset="-122"/>
                          <a:cs typeface="宋体" panose="02010600030101010101" pitchFamily="2" charset="-122"/>
                          <a:sym typeface="+mn-ea"/>
                        </a:rPr>
                        <a:t>λ</a:t>
                      </a:r>
                      <a:r>
                        <a:rPr lang="zh-CN" altLang="en-US" sz="2000" b="1">
                          <a:latin typeface="Times New Roman" panose="02020603050405020304" pitchFamily="18" charset="0"/>
                          <a:cs typeface="Times New Roman" panose="02020603050405020304" pitchFamily="18" charset="0"/>
                        </a:rPr>
                        <a:t>的平均值</a:t>
                      </a:r>
                      <a:endParaRPr lang="zh-CN" altLang="en-US" sz="2000" b="1">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10">
                  <a:txBody>
                    <a:bodyPr/>
                    <a:p>
                      <a:pPr algn="ctr">
                        <a:buNone/>
                      </a:pPr>
                      <a:endParaRPr lang="zh-CN" altLang="en-US" sz="2000" b="1">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bl>
          </a:graphicData>
        </a:graphic>
      </p:graphicFrame>
      <p:sp>
        <p:nvSpPr>
          <p:cNvPr id="26695" name="文本框 1"/>
          <p:cNvSpPr txBox="1"/>
          <p:nvPr/>
        </p:nvSpPr>
        <p:spPr>
          <a:xfrm>
            <a:off x="2717800" y="1289050"/>
            <a:ext cx="3394075" cy="368300"/>
          </a:xfrm>
          <a:prstGeom prst="rect">
            <a:avLst/>
          </a:prstGeom>
          <a:noFill/>
          <a:ln w="9525">
            <a:noFill/>
          </a:ln>
        </p:spPr>
        <p:txBody>
          <a:bodyPr wrap="square" anchor="t">
            <a:spAutoFit/>
          </a:bodyPr>
          <a:p>
            <a:pPr algn="ctr"/>
            <a:r>
              <a:rPr lang="en-US" altLang="zh-CN" b="1">
                <a:latin typeface="宋体" panose="02010600030101010101" pitchFamily="2" charset="-122"/>
                <a:ea typeface="宋体" panose="02010600030101010101" pitchFamily="2" charset="-122"/>
              </a:rPr>
              <a:t>f      </a:t>
            </a:r>
            <a:r>
              <a:rPr lang="zh-CN" altLang="en-US" b="1">
                <a:latin typeface="宋体" panose="02010600030101010101" pitchFamily="2" charset="-122"/>
                <a:ea typeface="宋体" panose="02010600030101010101" pitchFamily="2" charset="-122"/>
              </a:rPr>
              <a:t>＝        </a:t>
            </a:r>
            <a:r>
              <a:rPr lang="en-US" altLang="zh-CN" b="1">
                <a:latin typeface="宋体" panose="02010600030101010101" pitchFamily="2" charset="-122"/>
                <a:ea typeface="宋体" panose="02010600030101010101" pitchFamily="2" charset="-122"/>
              </a:rPr>
              <a:t>KHz</a:t>
            </a:r>
            <a:endParaRPr lang="en-US" altLang="zh-CN" b="1">
              <a:latin typeface="宋体" panose="02010600030101010101" pitchFamily="2" charset="-122"/>
              <a:ea typeface="宋体" panose="02010600030101010101" pitchFamily="2" charset="-122"/>
            </a:endParaRPr>
          </a:p>
        </p:txBody>
      </p:sp>
    </p:spTree>
    <p:custDataLst>
      <p:tags r:id="rId2"/>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102"/>
          <p:cNvSpPr txBox="1"/>
          <p:nvPr/>
        </p:nvSpPr>
        <p:spPr>
          <a:xfrm>
            <a:off x="63500" y="114300"/>
            <a:ext cx="5080000" cy="829945"/>
          </a:xfrm>
          <a:prstGeom prst="rect">
            <a:avLst/>
          </a:prstGeom>
          <a:noFill/>
          <a:ln w="9525">
            <a:noFill/>
          </a:ln>
        </p:spPr>
        <p:txBody>
          <a:bodyPr wrap="square" anchor="t">
            <a:spAutoFit/>
          </a:bodyPr>
          <a:p>
            <a:r>
              <a:rPr lang="zh-CN" altLang="en-US" sz="2400">
                <a:latin typeface="宋体" panose="02010600030101010101" pitchFamily="2" charset="-122"/>
                <a:ea typeface="宋体" panose="02010600030101010101" pitchFamily="2" charset="-122"/>
              </a:rPr>
              <a:t>数据处理：</a:t>
            </a:r>
            <a:endParaRPr lang="zh-CN" altLang="en-US" sz="2400">
              <a:latin typeface="宋体" panose="02010600030101010101" pitchFamily="2" charset="-122"/>
              <a:ea typeface="宋体" panose="02010600030101010101" pitchFamily="2" charset="-122"/>
            </a:endParaRPr>
          </a:p>
          <a:p>
            <a:endParaRPr lang="zh-CN" altLang="en-US" sz="2400">
              <a:latin typeface="宋体" panose="02010600030101010101" pitchFamily="2" charset="-122"/>
              <a:ea typeface="宋体" panose="02010600030101010101" pitchFamily="2" charset="-122"/>
            </a:endParaRPr>
          </a:p>
        </p:txBody>
      </p:sp>
      <p:graphicFrame>
        <p:nvGraphicFramePr>
          <p:cNvPr id="27650" name="对象 -2147482529"/>
          <p:cNvGraphicFramePr>
            <a:graphicFrameLocks noChangeAspect="1"/>
          </p:cNvGraphicFramePr>
          <p:nvPr/>
        </p:nvGraphicFramePr>
        <p:xfrm>
          <a:off x="2161858" y="466725"/>
          <a:ext cx="3121025" cy="1393825"/>
        </p:xfrm>
        <a:graphic>
          <a:graphicData uri="http://schemas.openxmlformats.org/presentationml/2006/ole">
            <mc:AlternateContent xmlns:mc="http://schemas.openxmlformats.org/markup-compatibility/2006">
              <mc:Choice xmlns:v="urn:schemas-microsoft-com:vml" Requires="v">
                <p:oleObj spid="_x0000_s3109" name="" r:id="rId1" imgW="1562100" imgH="698500" progId="Equation.3">
                  <p:embed/>
                </p:oleObj>
              </mc:Choice>
              <mc:Fallback>
                <p:oleObj name="" r:id="rId1" imgW="1562100" imgH="698500" progId="Equation.3">
                  <p:embed/>
                  <p:pic>
                    <p:nvPicPr>
                      <p:cNvPr id="0" name="图片 3108"/>
                      <p:cNvPicPr/>
                      <p:nvPr/>
                    </p:nvPicPr>
                    <p:blipFill>
                      <a:blip r:embed="rId2"/>
                      <a:stretch>
                        <a:fillRect/>
                      </a:stretch>
                    </p:blipFill>
                    <p:spPr>
                      <a:xfrm>
                        <a:off x="2161858" y="466725"/>
                        <a:ext cx="3121025" cy="1393825"/>
                      </a:xfrm>
                      <a:prstGeom prst="rect">
                        <a:avLst/>
                      </a:prstGeom>
                      <a:noFill/>
                      <a:ln w="38100">
                        <a:noFill/>
                        <a:miter/>
                      </a:ln>
                    </p:spPr>
                  </p:pic>
                </p:oleObj>
              </mc:Fallback>
            </mc:AlternateContent>
          </a:graphicData>
        </a:graphic>
      </p:graphicFrame>
      <p:graphicFrame>
        <p:nvGraphicFramePr>
          <p:cNvPr id="27651" name="对象 -2147482527"/>
          <p:cNvGraphicFramePr>
            <a:graphicFrameLocks noChangeAspect="1"/>
          </p:cNvGraphicFramePr>
          <p:nvPr/>
        </p:nvGraphicFramePr>
        <p:xfrm>
          <a:off x="1549877" y="2064385"/>
          <a:ext cx="3724275" cy="750570"/>
        </p:xfrm>
        <a:graphic>
          <a:graphicData uri="http://schemas.openxmlformats.org/presentationml/2006/ole">
            <mc:AlternateContent xmlns:mc="http://schemas.openxmlformats.org/markup-compatibility/2006">
              <mc:Choice xmlns:v="urn:schemas-microsoft-com:vml" Requires="v">
                <p:oleObj spid="_x0000_s3108" name="" r:id="rId3" imgW="1447800" imgH="292100" progId="Equation.3">
                  <p:embed/>
                </p:oleObj>
              </mc:Choice>
              <mc:Fallback>
                <p:oleObj name="" r:id="rId3" imgW="1447800" imgH="292100" progId="Equation.3">
                  <p:embed/>
                  <p:pic>
                    <p:nvPicPr>
                      <p:cNvPr id="0" name="图片 3107"/>
                      <p:cNvPicPr/>
                      <p:nvPr/>
                    </p:nvPicPr>
                    <p:blipFill>
                      <a:blip r:embed="rId4"/>
                      <a:stretch>
                        <a:fillRect/>
                      </a:stretch>
                    </p:blipFill>
                    <p:spPr>
                      <a:xfrm>
                        <a:off x="1549877" y="2064385"/>
                        <a:ext cx="3724275" cy="750570"/>
                      </a:xfrm>
                      <a:prstGeom prst="rect">
                        <a:avLst/>
                      </a:prstGeom>
                      <a:noFill/>
                      <a:ln w="38100">
                        <a:noFill/>
                        <a:miter/>
                      </a:ln>
                    </p:spPr>
                  </p:pic>
                </p:oleObj>
              </mc:Fallback>
            </mc:AlternateContent>
          </a:graphicData>
        </a:graphic>
      </p:graphicFrame>
      <p:graphicFrame>
        <p:nvGraphicFramePr>
          <p:cNvPr id="27652" name="对象 2">
            <a:hlinkClick r:id="" action="ppaction://ole?verb="/>
          </p:cNvPr>
          <p:cNvGraphicFramePr>
            <a:graphicFrameLocks noChangeAspect="1"/>
          </p:cNvGraphicFramePr>
          <p:nvPr/>
        </p:nvGraphicFramePr>
        <p:xfrm>
          <a:off x="5768182" y="1098868"/>
          <a:ext cx="2435225" cy="554990"/>
        </p:xfrm>
        <a:graphic>
          <a:graphicData uri="http://schemas.openxmlformats.org/presentationml/2006/ole">
            <mc:AlternateContent xmlns:mc="http://schemas.openxmlformats.org/markup-compatibility/2006">
              <mc:Choice xmlns:v="urn:schemas-microsoft-com:vml" Requires="v">
                <p:oleObj spid="_x0000_s3086" name="" r:id="rId5" imgW="1002665" imgH="228600" progId="Equation.KSEE3">
                  <p:embed/>
                </p:oleObj>
              </mc:Choice>
              <mc:Fallback>
                <p:oleObj name="" r:id="rId5" imgW="1002665" imgH="228600" progId="Equation.KSEE3">
                  <p:embed/>
                  <p:pic>
                    <p:nvPicPr>
                      <p:cNvPr id="0" name="图片 3085"/>
                      <p:cNvPicPr/>
                      <p:nvPr/>
                    </p:nvPicPr>
                    <p:blipFill>
                      <a:blip r:embed="rId6"/>
                      <a:stretch>
                        <a:fillRect/>
                      </a:stretch>
                    </p:blipFill>
                    <p:spPr>
                      <a:xfrm>
                        <a:off x="5768182" y="1098868"/>
                        <a:ext cx="2435225" cy="554990"/>
                      </a:xfrm>
                      <a:prstGeom prst="rect">
                        <a:avLst/>
                      </a:prstGeom>
                      <a:noFill/>
                      <a:ln w="38100">
                        <a:noFill/>
                        <a:miter/>
                      </a:ln>
                    </p:spPr>
                  </p:pic>
                </p:oleObj>
              </mc:Fallback>
            </mc:AlternateContent>
          </a:graphicData>
        </a:graphic>
      </p:graphicFrame>
      <p:sp>
        <p:nvSpPr>
          <p:cNvPr id="27653" name="文本框 3"/>
          <p:cNvSpPr txBox="1"/>
          <p:nvPr/>
        </p:nvSpPr>
        <p:spPr>
          <a:xfrm>
            <a:off x="200025" y="558800"/>
            <a:ext cx="2589213" cy="650875"/>
          </a:xfrm>
          <a:prstGeom prst="rect">
            <a:avLst/>
          </a:prstGeom>
          <a:noFill/>
          <a:ln w="9525">
            <a:noFill/>
          </a:ln>
        </p:spPr>
        <p:txBody>
          <a:bodyPr wrap="square" anchor="t">
            <a:spAutoFit/>
          </a:bodyPr>
          <a:p>
            <a:pPr>
              <a:lnSpc>
                <a:spcPct val="130000"/>
              </a:lnSpc>
            </a:pPr>
            <a:r>
              <a:rPr lang="zh-CN" altLang="zh-CN" sz="2800" dirty="0">
                <a:latin typeface="Arial" panose="020B0604020202020204" pitchFamily="34" charset="0"/>
                <a:ea typeface="宋体" panose="02010600030101010101" pitchFamily="2" charset="-122"/>
              </a:rPr>
              <a:t>对于波长</a:t>
            </a:r>
            <a:r>
              <a:rPr lang="en-US" altLang="zh-CN" sz="2800">
                <a:latin typeface="宋体" panose="02010600030101010101" pitchFamily="2" charset="-122"/>
                <a:ea typeface="宋体" panose="02010600030101010101" pitchFamily="2" charset="-122"/>
                <a:sym typeface="黑体" panose="02010600030101010101" charset="-122"/>
              </a:rPr>
              <a:t>λ</a:t>
            </a:r>
            <a:endParaRPr lang="en-US" altLang="zh-CN" sz="2800" dirty="0">
              <a:latin typeface="宋体" panose="02010600030101010101" pitchFamily="2" charset="-122"/>
              <a:ea typeface="宋体" panose="02010600030101010101" pitchFamily="2" charset="-122"/>
              <a:sym typeface="黑体" panose="02010600030101010101" charset="-122"/>
            </a:endParaRPr>
          </a:p>
        </p:txBody>
      </p:sp>
      <p:graphicFrame>
        <p:nvGraphicFramePr>
          <p:cNvPr id="27654" name="对象 6">
            <a:hlinkClick r:id="" action="ppaction://ole?verb="/>
          </p:cNvPr>
          <p:cNvGraphicFramePr>
            <a:graphicFrameLocks noChangeAspect="1"/>
          </p:cNvGraphicFramePr>
          <p:nvPr/>
        </p:nvGraphicFramePr>
        <p:xfrm>
          <a:off x="-51752" y="3023870"/>
          <a:ext cx="7404735" cy="586105"/>
        </p:xfrm>
        <a:graphic>
          <a:graphicData uri="http://schemas.openxmlformats.org/presentationml/2006/ole">
            <mc:AlternateContent xmlns:mc="http://schemas.openxmlformats.org/markup-compatibility/2006">
              <mc:Choice xmlns:v="urn:schemas-microsoft-com:vml" Requires="v">
                <p:oleObj spid="_x0000_s3092" name="" r:id="rId7" imgW="3048000" imgH="241300" progId="Equation.KSEE3">
                  <p:embed/>
                </p:oleObj>
              </mc:Choice>
              <mc:Fallback>
                <p:oleObj name="" r:id="rId7" imgW="3048000" imgH="241300" progId="Equation.KSEE3">
                  <p:embed/>
                  <p:pic>
                    <p:nvPicPr>
                      <p:cNvPr id="0" name="图片 3091"/>
                      <p:cNvPicPr/>
                      <p:nvPr/>
                    </p:nvPicPr>
                    <p:blipFill>
                      <a:blip r:embed="rId8"/>
                      <a:stretch>
                        <a:fillRect/>
                      </a:stretch>
                    </p:blipFill>
                    <p:spPr>
                      <a:xfrm>
                        <a:off x="-51752" y="3023870"/>
                        <a:ext cx="7404735" cy="586105"/>
                      </a:xfrm>
                      <a:prstGeom prst="rect">
                        <a:avLst/>
                      </a:prstGeom>
                      <a:noFill/>
                      <a:ln w="38100">
                        <a:noFill/>
                        <a:miter/>
                      </a:ln>
                    </p:spPr>
                  </p:pic>
                </p:oleObj>
              </mc:Fallback>
            </mc:AlternateContent>
          </a:graphicData>
        </a:graphic>
      </p:graphicFrame>
      <p:graphicFrame>
        <p:nvGraphicFramePr>
          <p:cNvPr id="27658" name="对象 -2147482520"/>
          <p:cNvGraphicFramePr>
            <a:graphicFrameLocks noChangeAspect="1"/>
          </p:cNvGraphicFramePr>
          <p:nvPr/>
        </p:nvGraphicFramePr>
        <p:xfrm>
          <a:off x="3024664" y="5495767"/>
          <a:ext cx="1683385" cy="560705"/>
        </p:xfrm>
        <a:graphic>
          <a:graphicData uri="http://schemas.openxmlformats.org/presentationml/2006/ole">
            <mc:AlternateContent xmlns:mc="http://schemas.openxmlformats.org/markup-compatibility/2006">
              <mc:Choice xmlns:v="urn:schemas-microsoft-com:vml" Requires="v">
                <p:oleObj spid="_x0000_s3101" name="" r:id="rId9" imgW="723900" imgH="241300" progId="Equation.3">
                  <p:embed/>
                </p:oleObj>
              </mc:Choice>
              <mc:Fallback>
                <p:oleObj name="" r:id="rId9" imgW="723900" imgH="241300" progId="Equation.3">
                  <p:embed/>
                  <p:pic>
                    <p:nvPicPr>
                      <p:cNvPr id="0" name="图片 3100"/>
                      <p:cNvPicPr/>
                      <p:nvPr/>
                    </p:nvPicPr>
                    <p:blipFill>
                      <a:blip r:embed="rId10"/>
                      <a:stretch>
                        <a:fillRect/>
                      </a:stretch>
                    </p:blipFill>
                    <p:spPr>
                      <a:xfrm>
                        <a:off x="3024664" y="5495767"/>
                        <a:ext cx="1683385" cy="560705"/>
                      </a:xfrm>
                      <a:prstGeom prst="rect">
                        <a:avLst/>
                      </a:prstGeom>
                      <a:noFill/>
                      <a:ln w="38100">
                        <a:noFill/>
                        <a:miter/>
                      </a:ln>
                    </p:spPr>
                  </p:pic>
                </p:oleObj>
              </mc:Fallback>
            </mc:AlternateContent>
          </a:graphicData>
        </a:graphic>
      </p:graphicFrame>
      <p:sp>
        <p:nvSpPr>
          <p:cNvPr id="27660" name="文本框 12"/>
          <p:cNvSpPr txBox="1"/>
          <p:nvPr/>
        </p:nvSpPr>
        <p:spPr>
          <a:xfrm>
            <a:off x="558800" y="5621338"/>
            <a:ext cx="2012950" cy="730250"/>
          </a:xfrm>
          <a:prstGeom prst="rect">
            <a:avLst/>
          </a:prstGeom>
          <a:noFill/>
          <a:ln w="9525">
            <a:noFill/>
          </a:ln>
        </p:spPr>
        <p:txBody>
          <a:bodyPr wrap="square" anchor="t">
            <a:spAutoFit/>
          </a:bodyPr>
          <a:p>
            <a:pPr>
              <a:lnSpc>
                <a:spcPct val="130000"/>
              </a:lnSpc>
            </a:pPr>
            <a:r>
              <a:rPr lang="zh-CN" altLang="en-US" sz="3200" dirty="0">
                <a:latin typeface="Arial" panose="020B0604020202020204" pitchFamily="34" charset="0"/>
                <a:ea typeface="微软雅黑" panose="020B0503020204020204" charset="-122"/>
              </a:rPr>
              <a:t>结果表达：</a:t>
            </a:r>
            <a:endParaRPr lang="zh-CN" altLang="en-US" sz="3200" dirty="0">
              <a:latin typeface="Arial" panose="020B0604020202020204" pitchFamily="34" charset="0"/>
              <a:ea typeface="微软雅黑" panose="020B0503020204020204" charset="-122"/>
            </a:endParaRPr>
          </a:p>
        </p:txBody>
      </p:sp>
      <p:graphicFrame>
        <p:nvGraphicFramePr>
          <p:cNvPr id="2" name="对象 -2147482521"/>
          <p:cNvGraphicFramePr>
            <a:graphicFrameLocks noChangeAspect="1"/>
          </p:cNvGraphicFramePr>
          <p:nvPr/>
        </p:nvGraphicFramePr>
        <p:xfrm>
          <a:off x="827247" y="3787935"/>
          <a:ext cx="5476875" cy="633095"/>
        </p:xfrm>
        <a:graphic>
          <a:graphicData uri="http://schemas.openxmlformats.org/presentationml/2006/ole">
            <mc:AlternateContent xmlns:mc="http://schemas.openxmlformats.org/markup-compatibility/2006">
              <mc:Choice xmlns:v="urn:schemas-microsoft-com:vml" Requires="v">
                <p:oleObj spid="_x0000_s3" name="" r:id="rId11" imgW="2743200" imgH="316865" progId="Equation.3">
                  <p:embed/>
                </p:oleObj>
              </mc:Choice>
              <mc:Fallback>
                <p:oleObj name="" r:id="rId11" imgW="2743200" imgH="316865" progId="Equation.3">
                  <p:embed/>
                  <p:pic>
                    <p:nvPicPr>
                      <p:cNvPr id="0" name="图片 3099"/>
                      <p:cNvPicPr/>
                      <p:nvPr/>
                    </p:nvPicPr>
                    <p:blipFill>
                      <a:blip r:embed="rId12"/>
                      <a:stretch>
                        <a:fillRect/>
                      </a:stretch>
                    </p:blipFill>
                    <p:spPr>
                      <a:xfrm>
                        <a:off x="827247" y="3787935"/>
                        <a:ext cx="5476875" cy="633095"/>
                      </a:xfrm>
                      <a:prstGeom prst="rect">
                        <a:avLst/>
                      </a:prstGeom>
                      <a:noFill/>
                      <a:ln w="38100">
                        <a:noFill/>
                        <a:miter/>
                      </a:ln>
                    </p:spPr>
                  </p:pic>
                </p:oleObj>
              </mc:Fallback>
            </mc:AlternateContent>
          </a:graphicData>
        </a:graphic>
      </p:graphicFrame>
      <p:graphicFrame>
        <p:nvGraphicFramePr>
          <p:cNvPr id="14348" name="对象 12">
            <a:hlinkClick r:id="" action="ppaction://ole?verb="/>
          </p:cNvPr>
          <p:cNvGraphicFramePr>
            <a:graphicFrameLocks noChangeAspect="1"/>
          </p:cNvGraphicFramePr>
          <p:nvPr/>
        </p:nvGraphicFramePr>
        <p:xfrm>
          <a:off x="3024506" y="5947569"/>
          <a:ext cx="2512695" cy="992505"/>
        </p:xfrm>
        <a:graphic>
          <a:graphicData uri="http://schemas.openxmlformats.org/presentationml/2006/ole">
            <mc:AlternateContent xmlns:mc="http://schemas.openxmlformats.org/markup-compatibility/2006">
              <mc:Choice xmlns:v="urn:schemas-microsoft-com:vml" Requires="v">
                <p:oleObj spid="_x0000_s3080" name="" r:id="rId13" imgW="1028700" imgH="405765" progId="Equation.KSEE3">
                  <p:embed/>
                </p:oleObj>
              </mc:Choice>
              <mc:Fallback>
                <p:oleObj name="" r:id="rId13" imgW="1028700" imgH="405765" progId="Equation.KSEE3">
                  <p:embed/>
                  <p:pic>
                    <p:nvPicPr>
                      <p:cNvPr id="0" name="图片 3079"/>
                      <p:cNvPicPr/>
                      <p:nvPr/>
                    </p:nvPicPr>
                    <p:blipFill>
                      <a:blip r:embed="rId14"/>
                      <a:stretch>
                        <a:fillRect/>
                      </a:stretch>
                    </p:blipFill>
                    <p:spPr>
                      <a:xfrm>
                        <a:off x="3024506" y="5947569"/>
                        <a:ext cx="2512695" cy="992505"/>
                      </a:xfrm>
                      <a:prstGeom prst="rect">
                        <a:avLst/>
                      </a:prstGeom>
                      <a:noFill/>
                      <a:ln w="38100">
                        <a:noFill/>
                        <a:miter/>
                      </a:ln>
                    </p:spPr>
                  </p:pic>
                </p:oleObj>
              </mc:Fallback>
            </mc:AlternateContent>
          </a:graphicData>
        </a:graphic>
      </p:graphicFrame>
      <p:sp>
        <p:nvSpPr>
          <p:cNvPr id="6" name=" 2050"/>
          <p:cNvSpPr/>
          <p:nvPr/>
        </p:nvSpPr>
        <p:spPr bwMode="auto">
          <a:xfrm flipH="1">
            <a:off x="2637155" y="5621655"/>
            <a:ext cx="152400" cy="1200150"/>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chemeClr val="tx1"/>
          </a:solidFill>
          <a:ln w="9525">
            <a:solidFill>
              <a:schemeClr val="tx1"/>
            </a:solidFill>
            <a:round/>
          </a:ln>
          <a:extLst>
            <a:ext uri="{91240B29-F687-4F45-9708-019B960494DF}">
              <a14:hiddenLine xmlns:a14="http://schemas.microsoft.com/office/drawing/2010/main" w="9525">
                <a:solidFill>
                  <a:srgbClr val="000000"/>
                </a:solidFill>
                <a:round/>
              </a14:hiddenLine>
            </a:ext>
          </a:extLst>
        </p:spPr>
        <p:style>
          <a:lnRef idx="2">
            <a:schemeClr val="accent1"/>
          </a:lnRef>
          <a:fillRef idx="1">
            <a:schemeClr val="lt1"/>
          </a:fillRef>
          <a:effectRef idx="0">
            <a:schemeClr val="accent1"/>
          </a:effectRef>
          <a:fontRef idx="minor">
            <a:schemeClr val="dk1"/>
          </a:fontRef>
        </p:style>
        <p:txBody>
          <a:bodyPr anchor="ctr"/>
          <a:lstStyle>
            <a:defPPr>
              <a:defRPr lang="zh-CN"/>
            </a:defPPr>
            <a:lvl1pPr algn="l" rtl="0" eaLnBrk="0" fontAlgn="base" hangingPunct="0">
              <a:spcBef>
                <a:spcPct val="0"/>
              </a:spcBef>
              <a:spcAft>
                <a:spcPct val="0"/>
              </a:spcAft>
              <a:defRPr kern="1200">
                <a:solidFill>
                  <a:schemeClr val="tx1"/>
                </a:solidFill>
                <a:latin typeface="Calibri"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charset="0"/>
                <a:ea typeface="宋体" panose="02010600030101010101" pitchFamily="2" charset="-122"/>
                <a:cs typeface="+mn-cs"/>
              </a:defRPr>
            </a:lvl5pPr>
            <a:lvl6pPr marL="2286000" algn="l" defTabSz="914400" rtl="0" eaLnBrk="1" latinLnBrk="0" hangingPunct="1">
              <a:defRPr kern="1200">
                <a:solidFill>
                  <a:schemeClr val="tx1"/>
                </a:solidFill>
                <a:latin typeface="Calibri" charset="0"/>
                <a:ea typeface="宋体" panose="02010600030101010101" pitchFamily="2" charset="-122"/>
                <a:cs typeface="+mn-cs"/>
              </a:defRPr>
            </a:lvl6pPr>
            <a:lvl7pPr marL="2743200" algn="l" defTabSz="914400" rtl="0" eaLnBrk="1" latinLnBrk="0" hangingPunct="1">
              <a:defRPr kern="1200">
                <a:solidFill>
                  <a:schemeClr val="tx1"/>
                </a:solidFill>
                <a:latin typeface="Calibri" charset="0"/>
                <a:ea typeface="宋体" panose="02010600030101010101" pitchFamily="2" charset="-122"/>
                <a:cs typeface="+mn-cs"/>
              </a:defRPr>
            </a:lvl7pPr>
            <a:lvl8pPr marL="3200400" algn="l" defTabSz="914400" rtl="0" eaLnBrk="1" latinLnBrk="0" hangingPunct="1">
              <a:defRPr kern="1200">
                <a:solidFill>
                  <a:schemeClr val="tx1"/>
                </a:solidFill>
                <a:latin typeface="Calibri" charset="0"/>
                <a:ea typeface="宋体" panose="02010600030101010101" pitchFamily="2" charset="-122"/>
                <a:cs typeface="+mn-cs"/>
              </a:defRPr>
            </a:lvl8pPr>
            <a:lvl9pPr marL="3657600" algn="l" defTabSz="914400" rtl="0" eaLnBrk="1" latinLnBrk="0" hangingPunct="1">
              <a:defRPr kern="1200">
                <a:solidFill>
                  <a:schemeClr val="tx1"/>
                </a:solidFill>
                <a:latin typeface="Calibri" charset="0"/>
                <a:ea typeface="宋体" panose="02010600030101010101" pitchFamily="2" charset="-122"/>
                <a:cs typeface="+mn-cs"/>
              </a:defRPr>
            </a:lvl9pPr>
          </a:lstStyle>
          <a:p>
            <a:pPr fontAlgn="base"/>
            <a:endParaRPr lang="zh-CN" altLang="en-US" strike="noStrike" noProof="1"/>
          </a:p>
        </p:txBody>
      </p:sp>
      <p:graphicFrame>
        <p:nvGraphicFramePr>
          <p:cNvPr id="4" name="对象 -2147482521"/>
          <p:cNvGraphicFramePr>
            <a:graphicFrameLocks noChangeAspect="1"/>
          </p:cNvGraphicFramePr>
          <p:nvPr/>
        </p:nvGraphicFramePr>
        <p:xfrm>
          <a:off x="1429227" y="4668998"/>
          <a:ext cx="4107815" cy="508000"/>
        </p:xfrm>
        <a:graphic>
          <a:graphicData uri="http://schemas.openxmlformats.org/presentationml/2006/ole">
            <mc:AlternateContent xmlns:mc="http://schemas.openxmlformats.org/markup-compatibility/2006">
              <mc:Choice xmlns:v="urn:schemas-microsoft-com:vml" Requires="v">
                <p:oleObj spid="_x0000_s5" name="" r:id="rId15" imgW="2057400" imgH="254000" progId="Equation.3">
                  <p:embed/>
                </p:oleObj>
              </mc:Choice>
              <mc:Fallback>
                <p:oleObj name="" r:id="rId15" imgW="2057400" imgH="254000" progId="Equation.3">
                  <p:embed/>
                  <p:pic>
                    <p:nvPicPr>
                      <p:cNvPr id="0" name="图片 3099"/>
                      <p:cNvPicPr/>
                      <p:nvPr/>
                    </p:nvPicPr>
                    <p:blipFill>
                      <a:blip r:embed="rId16"/>
                      <a:stretch>
                        <a:fillRect/>
                      </a:stretch>
                    </p:blipFill>
                    <p:spPr>
                      <a:xfrm>
                        <a:off x="1429227" y="4668998"/>
                        <a:ext cx="4107815" cy="508000"/>
                      </a:xfrm>
                      <a:prstGeom prst="rect">
                        <a:avLst/>
                      </a:prstGeom>
                      <a:noFill/>
                      <a:ln w="38100">
                        <a:noFill/>
                        <a:miter/>
                      </a:ln>
                    </p:spPr>
                  </p:pic>
                </p:oleObj>
              </mc:Fallback>
            </mc:AlternateContent>
          </a:graphicData>
        </a:graphic>
      </p:graphicFrame>
      <p:graphicFrame>
        <p:nvGraphicFramePr>
          <p:cNvPr id="28676" name="对象 2">
            <a:hlinkClick r:id="" action="ppaction://ole?verb="/>
          </p:cNvPr>
          <p:cNvGraphicFramePr>
            <a:graphicFrameLocks noChangeAspect="1"/>
          </p:cNvGraphicFramePr>
          <p:nvPr/>
        </p:nvGraphicFramePr>
        <p:xfrm>
          <a:off x="5828983" y="1860233"/>
          <a:ext cx="1511300" cy="985837"/>
        </p:xfrm>
        <a:graphic>
          <a:graphicData uri="http://schemas.openxmlformats.org/presentationml/2006/ole">
            <mc:AlternateContent xmlns:mc="http://schemas.openxmlformats.org/markup-compatibility/2006">
              <mc:Choice xmlns:v="urn:schemas-microsoft-com:vml" Requires="v">
                <p:oleObj spid="_x0000_s3099" name="" r:id="rId17" imgW="622300" imgH="405765" progId="Equation.KSEE3">
                  <p:embed/>
                </p:oleObj>
              </mc:Choice>
              <mc:Fallback>
                <p:oleObj name="" r:id="rId17" imgW="622300" imgH="405765" progId="Equation.KSEE3">
                  <p:embed/>
                  <p:pic>
                    <p:nvPicPr>
                      <p:cNvPr id="0" name="图片 3098"/>
                      <p:cNvPicPr/>
                      <p:nvPr/>
                    </p:nvPicPr>
                    <p:blipFill>
                      <a:blip r:embed="rId18"/>
                      <a:stretch>
                        <a:fillRect/>
                      </a:stretch>
                    </p:blipFill>
                    <p:spPr>
                      <a:xfrm>
                        <a:off x="5828983" y="1860233"/>
                        <a:ext cx="1511300" cy="985837"/>
                      </a:xfrm>
                      <a:prstGeom prst="rect">
                        <a:avLst/>
                      </a:prstGeom>
                      <a:noFill/>
                      <a:ln w="38100">
                        <a:noFill/>
                        <a:miter/>
                      </a:ln>
                    </p:spPr>
                  </p:pic>
                </p:oleObj>
              </mc:Fallback>
            </mc:AlternateContent>
          </a:graphicData>
        </a:graphic>
      </p:graphicFrame>
      <p:graphicFrame>
        <p:nvGraphicFramePr>
          <p:cNvPr id="28678" name="对象 2">
            <a:hlinkClick r:id="" action="ppaction://ole?verb="/>
          </p:cNvPr>
          <p:cNvGraphicFramePr>
            <a:graphicFrameLocks noChangeAspect="1"/>
          </p:cNvGraphicFramePr>
          <p:nvPr/>
        </p:nvGraphicFramePr>
        <p:xfrm>
          <a:off x="7624763" y="2798128"/>
          <a:ext cx="1512887" cy="1079500"/>
        </p:xfrm>
        <a:graphic>
          <a:graphicData uri="http://schemas.openxmlformats.org/presentationml/2006/ole">
            <mc:AlternateContent xmlns:mc="http://schemas.openxmlformats.org/markup-compatibility/2006">
              <mc:Choice xmlns:v="urn:schemas-microsoft-com:vml" Requires="v">
                <p:oleObj spid="_x0000_s3091" name="" r:id="rId19" imgW="622300" imgH="444500" progId="Equation.KSEE3">
                  <p:embed/>
                </p:oleObj>
              </mc:Choice>
              <mc:Fallback>
                <p:oleObj name="" r:id="rId19" imgW="622300" imgH="444500" progId="Equation.KSEE3">
                  <p:embed/>
                  <p:pic>
                    <p:nvPicPr>
                      <p:cNvPr id="0" name="图片 3090"/>
                      <p:cNvPicPr/>
                      <p:nvPr/>
                    </p:nvPicPr>
                    <p:blipFill>
                      <a:blip r:embed="rId20"/>
                      <a:stretch>
                        <a:fillRect/>
                      </a:stretch>
                    </p:blipFill>
                    <p:spPr>
                      <a:xfrm>
                        <a:off x="7624763" y="2798128"/>
                        <a:ext cx="1512887" cy="1079500"/>
                      </a:xfrm>
                      <a:prstGeom prst="rect">
                        <a:avLst/>
                      </a:prstGeom>
                      <a:noFill/>
                      <a:ln w="38100">
                        <a:noFill/>
                        <a:miter/>
                      </a:ln>
                    </p:spPr>
                  </p:pic>
                </p:oleObj>
              </mc:Fallback>
            </mc:AlternateContent>
          </a:graphicData>
        </a:graphic>
      </p:graphicFrame>
    </p:spTree>
    <p:custDataLst>
      <p:tags r:id="rId2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2" descr="羊皮纸"/>
          <p:cNvSpPr/>
          <p:nvPr/>
        </p:nvSpPr>
        <p:spPr>
          <a:xfrm>
            <a:off x="0" y="0"/>
            <a:ext cx="9144000" cy="981075"/>
          </a:xfrm>
          <a:prstGeom prst="rect">
            <a:avLst/>
          </a:prstGeom>
          <a:blipFill rotWithShape="0">
            <a:blip r:embed="rId1"/>
          </a:blipFill>
          <a:ln w="9525">
            <a:noFill/>
          </a:ln>
        </p:spPr>
        <p:txBody>
          <a:bodyPr wrap="none" anchor="ctr"/>
          <a:p>
            <a:endParaRPr lang="zh-CN" altLang="en-US" dirty="0">
              <a:latin typeface="Arial" panose="020B0604020202020204" pitchFamily="34" charset="0"/>
              <a:ea typeface="宋体" panose="02010600030101010101" pitchFamily="2" charset="-122"/>
            </a:endParaRPr>
          </a:p>
        </p:txBody>
      </p:sp>
      <p:sp>
        <p:nvSpPr>
          <p:cNvPr id="29698" name="WordArt 3"/>
          <p:cNvSpPr>
            <a:spLocks noTextEdit="1"/>
          </p:cNvSpPr>
          <p:nvPr/>
        </p:nvSpPr>
        <p:spPr>
          <a:xfrm>
            <a:off x="323850" y="336550"/>
            <a:ext cx="2325688" cy="417513"/>
          </a:xfrm>
          <a:prstGeom prst="rect">
            <a:avLst/>
          </a:prstGeom>
        </p:spPr>
        <p:txBody>
          <a:bodyPr wrap="none" fromWordArt="1">
            <a:prstTxWarp prst="textPlain">
              <a:avLst>
                <a:gd name="adj" fmla="val 50000"/>
              </a:avLst>
            </a:prstTxWarp>
            <a:normAutofit/>
          </a:bodyPr>
          <a:p>
            <a:pPr algn="ctr"/>
            <a:r>
              <a:rPr lang="zh-CN" altLang="en-US" sz="3600">
                <a:ln w="9525" cap="flat" cmpd="sng">
                  <a:solidFill>
                    <a:srgbClr val="CC0000"/>
                  </a:solidFill>
                  <a:prstDash val="solid"/>
                  <a:round/>
                  <a:headEnd type="none" w="med" len="med"/>
                  <a:tailEnd type="none" w="med" len="med"/>
                </a:ln>
                <a:solidFill>
                  <a:srgbClr val="CC0000"/>
                </a:solidFill>
                <a:latin typeface="华文中宋" panose="02010600040101010101" pitchFamily="2" charset="-122"/>
                <a:ea typeface="华文中宋" panose="02010600040101010101" pitchFamily="2" charset="-122"/>
              </a:rPr>
              <a:t>注意事项</a:t>
            </a:r>
            <a:endParaRPr lang="zh-CN" altLang="en-US" sz="3600">
              <a:ln w="9525" cap="flat" cmpd="sng">
                <a:solidFill>
                  <a:srgbClr val="CC0000"/>
                </a:solidFill>
                <a:prstDash val="solid"/>
                <a:round/>
                <a:headEnd type="none" w="med" len="med"/>
                <a:tailEnd type="none" w="med" len="med"/>
              </a:ln>
              <a:solidFill>
                <a:srgbClr val="CC0000"/>
              </a:solidFill>
              <a:latin typeface="华文中宋" panose="02010600040101010101" pitchFamily="2" charset="-122"/>
              <a:ea typeface="华文中宋" panose="02010600040101010101" pitchFamily="2" charset="-122"/>
            </a:endParaRPr>
          </a:p>
        </p:txBody>
      </p:sp>
      <p:sp>
        <p:nvSpPr>
          <p:cNvPr id="29699" name="Rectangle 5" descr="羊皮纸"/>
          <p:cNvSpPr/>
          <p:nvPr/>
        </p:nvSpPr>
        <p:spPr>
          <a:xfrm>
            <a:off x="0" y="6675438"/>
            <a:ext cx="9144000" cy="182562"/>
          </a:xfrm>
          <a:prstGeom prst="rect">
            <a:avLst/>
          </a:prstGeom>
          <a:blipFill rotWithShape="0">
            <a:blip r:embed="rId1"/>
          </a:blipFill>
          <a:ln w="9525">
            <a:noFill/>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2" name="Group 208"/>
          <p:cNvGrpSpPr/>
          <p:nvPr/>
        </p:nvGrpSpPr>
        <p:grpSpPr>
          <a:xfrm>
            <a:off x="755650" y="1601788"/>
            <a:ext cx="8020050" cy="3365500"/>
            <a:chOff x="476" y="1009"/>
            <a:chExt cx="5052" cy="2120"/>
          </a:xfrm>
        </p:grpSpPr>
        <p:sp>
          <p:nvSpPr>
            <p:cNvPr id="29701" name="Line 190"/>
            <p:cNvSpPr/>
            <p:nvPr/>
          </p:nvSpPr>
          <p:spPr>
            <a:xfrm flipH="1" flipV="1">
              <a:off x="3550" y="2251"/>
              <a:ext cx="8" cy="78"/>
            </a:xfrm>
            <a:prstGeom prst="line">
              <a:avLst/>
            </a:prstGeom>
            <a:ln w="28575" cap="flat" cmpd="sng">
              <a:solidFill>
                <a:schemeClr val="bg1"/>
              </a:solidFill>
              <a:prstDash val="solid"/>
              <a:round/>
              <a:headEnd type="none" w="med" len="med"/>
              <a:tailEnd type="none" w="med" len="med"/>
            </a:ln>
          </p:spPr>
        </p:sp>
        <p:grpSp>
          <p:nvGrpSpPr>
            <p:cNvPr id="29702" name="Group 191"/>
            <p:cNvGrpSpPr/>
            <p:nvPr/>
          </p:nvGrpSpPr>
          <p:grpSpPr>
            <a:xfrm>
              <a:off x="476" y="1026"/>
              <a:ext cx="201" cy="189"/>
              <a:chOff x="2136" y="1382"/>
              <a:chExt cx="576" cy="576"/>
            </a:xfrm>
          </p:grpSpPr>
          <p:sp>
            <p:nvSpPr>
              <p:cNvPr id="29703" name="Oval 192"/>
              <p:cNvSpPr/>
              <p:nvPr/>
            </p:nvSpPr>
            <p:spPr>
              <a:xfrm>
                <a:off x="2136" y="1382"/>
                <a:ext cx="576" cy="576"/>
              </a:xfrm>
              <a:prstGeom prst="ellipse">
                <a:avLst/>
              </a:prstGeom>
              <a:gradFill rotWithShape="0">
                <a:gsLst>
                  <a:gs pos="0">
                    <a:srgbClr val="FF9900"/>
                  </a:gs>
                  <a:gs pos="100000">
                    <a:srgbClr val="EC0000"/>
                  </a:gs>
                </a:gsLst>
                <a:lin ang="2700000" scaled="1"/>
                <a:tileRect/>
              </a:gradFill>
              <a:ln w="28575" cap="flat" cmpd="sng">
                <a:solidFill>
                  <a:srgbClr val="FF9900"/>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29704" name="Oval 193"/>
              <p:cNvSpPr/>
              <p:nvPr/>
            </p:nvSpPr>
            <p:spPr>
              <a:xfrm rot="-3104273">
                <a:off x="2196" y="1467"/>
                <a:ext cx="232" cy="149"/>
              </a:xfrm>
              <a:prstGeom prst="ellipse">
                <a:avLst/>
              </a:prstGeom>
              <a:gradFill rotWithShape="0">
                <a:gsLst>
                  <a:gs pos="0">
                    <a:srgbClr val="FFFF00"/>
                  </a:gs>
                  <a:gs pos="100000">
                    <a:srgbClr val="FF9900"/>
                  </a:gs>
                </a:gsLst>
                <a:path path="shape">
                  <a:fillToRect l="50000" t="50000" r="50000" b="50000"/>
                </a:path>
                <a:tileRect/>
              </a:gradFill>
              <a:ln w="28575" cap="flat" cmpd="sng">
                <a:solidFill>
                  <a:srgbClr val="FF9900"/>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grpSp>
          <p:nvGrpSpPr>
            <p:cNvPr id="29705" name="Group 194"/>
            <p:cNvGrpSpPr/>
            <p:nvPr/>
          </p:nvGrpSpPr>
          <p:grpSpPr>
            <a:xfrm>
              <a:off x="476" y="1616"/>
              <a:ext cx="201" cy="189"/>
              <a:chOff x="2136" y="1382"/>
              <a:chExt cx="576" cy="576"/>
            </a:xfrm>
          </p:grpSpPr>
          <p:sp>
            <p:nvSpPr>
              <p:cNvPr id="29706" name="Oval 195"/>
              <p:cNvSpPr/>
              <p:nvPr/>
            </p:nvSpPr>
            <p:spPr>
              <a:xfrm>
                <a:off x="2136" y="1382"/>
                <a:ext cx="576" cy="576"/>
              </a:xfrm>
              <a:prstGeom prst="ellipse">
                <a:avLst/>
              </a:prstGeom>
              <a:gradFill rotWithShape="0">
                <a:gsLst>
                  <a:gs pos="0">
                    <a:srgbClr val="FF9900"/>
                  </a:gs>
                  <a:gs pos="100000">
                    <a:srgbClr val="EC0000"/>
                  </a:gs>
                </a:gsLst>
                <a:lin ang="2700000" scaled="1"/>
                <a:tileRect/>
              </a:gradFill>
              <a:ln w="28575" cap="flat" cmpd="sng">
                <a:solidFill>
                  <a:srgbClr val="FF9900"/>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29707" name="Oval 196"/>
              <p:cNvSpPr/>
              <p:nvPr/>
            </p:nvSpPr>
            <p:spPr>
              <a:xfrm rot="-3104273">
                <a:off x="2196" y="1467"/>
                <a:ext cx="232" cy="149"/>
              </a:xfrm>
              <a:prstGeom prst="ellipse">
                <a:avLst/>
              </a:prstGeom>
              <a:gradFill rotWithShape="0">
                <a:gsLst>
                  <a:gs pos="0">
                    <a:srgbClr val="FFFF00"/>
                  </a:gs>
                  <a:gs pos="100000">
                    <a:srgbClr val="FF9900"/>
                  </a:gs>
                </a:gsLst>
                <a:path path="shape">
                  <a:fillToRect l="50000" t="50000" r="50000" b="50000"/>
                </a:path>
                <a:tileRect/>
              </a:gradFill>
              <a:ln w="28575" cap="flat" cmpd="sng">
                <a:solidFill>
                  <a:srgbClr val="FF9900"/>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grpSp>
          <p:nvGrpSpPr>
            <p:cNvPr id="29708" name="Group 197"/>
            <p:cNvGrpSpPr/>
            <p:nvPr/>
          </p:nvGrpSpPr>
          <p:grpSpPr>
            <a:xfrm>
              <a:off x="476" y="2273"/>
              <a:ext cx="201" cy="189"/>
              <a:chOff x="2136" y="1382"/>
              <a:chExt cx="576" cy="576"/>
            </a:xfrm>
          </p:grpSpPr>
          <p:sp>
            <p:nvSpPr>
              <p:cNvPr id="29709" name="Oval 198"/>
              <p:cNvSpPr/>
              <p:nvPr/>
            </p:nvSpPr>
            <p:spPr>
              <a:xfrm>
                <a:off x="2136" y="1382"/>
                <a:ext cx="576" cy="576"/>
              </a:xfrm>
              <a:prstGeom prst="ellipse">
                <a:avLst/>
              </a:prstGeom>
              <a:gradFill rotWithShape="0">
                <a:gsLst>
                  <a:gs pos="0">
                    <a:srgbClr val="FF9900"/>
                  </a:gs>
                  <a:gs pos="100000">
                    <a:srgbClr val="EC0000"/>
                  </a:gs>
                </a:gsLst>
                <a:lin ang="2700000" scaled="1"/>
                <a:tileRect/>
              </a:gradFill>
              <a:ln w="28575" cap="flat" cmpd="sng">
                <a:solidFill>
                  <a:srgbClr val="FF9900"/>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29710" name="Oval 199"/>
              <p:cNvSpPr/>
              <p:nvPr/>
            </p:nvSpPr>
            <p:spPr>
              <a:xfrm rot="-3104273">
                <a:off x="2196" y="1467"/>
                <a:ext cx="232" cy="149"/>
              </a:xfrm>
              <a:prstGeom prst="ellipse">
                <a:avLst/>
              </a:prstGeom>
              <a:gradFill rotWithShape="0">
                <a:gsLst>
                  <a:gs pos="0">
                    <a:srgbClr val="FFFF00"/>
                  </a:gs>
                  <a:gs pos="100000">
                    <a:srgbClr val="FF9900"/>
                  </a:gs>
                </a:gsLst>
                <a:path path="shape">
                  <a:fillToRect l="50000" t="50000" r="50000" b="50000"/>
                </a:path>
                <a:tileRect/>
              </a:gradFill>
              <a:ln w="28575" cap="flat" cmpd="sng">
                <a:solidFill>
                  <a:srgbClr val="FF9900"/>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sp>
          <p:nvSpPr>
            <p:cNvPr id="29711" name="WordArt 201"/>
            <p:cNvSpPr>
              <a:spLocks noTextEdit="1"/>
            </p:cNvSpPr>
            <p:nvPr/>
          </p:nvSpPr>
          <p:spPr>
            <a:xfrm>
              <a:off x="930" y="2931"/>
              <a:ext cx="2592" cy="198"/>
            </a:xfrm>
            <a:prstGeom prst="rect">
              <a:avLst/>
            </a:prstGeom>
          </p:spPr>
          <p:txBody>
            <a:bodyPr wrap="none" fromWordArt="1">
              <a:prstTxWarp prst="textPlain">
                <a:avLst>
                  <a:gd name="adj" fmla="val 50000"/>
                </a:avLst>
              </a:prstTxWarp>
              <a:normAutofit/>
            </a:bodyPr>
            <a:p>
              <a:pPr algn="ctr"/>
              <a:r>
                <a:rPr lang="zh-CN" altLang="en-US" sz="2400">
                  <a:ln w="9525" cap="flat" cmpd="sng">
                    <a:solidFill>
                      <a:srgbClr val="800000"/>
                    </a:solidFill>
                    <a:prstDash val="solid"/>
                    <a:round/>
                    <a:headEnd type="none" w="med" len="med"/>
                    <a:tailEnd type="none" w="med" len="med"/>
                  </a:ln>
                  <a:solidFill>
                    <a:srgbClr val="800000"/>
                  </a:solidFill>
                  <a:latin typeface="宋体" panose="02010600030101010101" pitchFamily="2" charset="-122"/>
                  <a:ea typeface="宋体" panose="02010600030101010101" pitchFamily="2" charset="-122"/>
                </a:rPr>
                <a:t>调节仪器旋钮要轻缓,以免损坏</a:t>
              </a:r>
              <a:endParaRPr lang="zh-CN" altLang="en-US" sz="2400">
                <a:ln w="9525" cap="flat" cmpd="sng">
                  <a:solidFill>
                    <a:srgbClr val="800000"/>
                  </a:solidFill>
                  <a:prstDash val="solid"/>
                  <a:round/>
                  <a:headEnd type="none" w="med" len="med"/>
                  <a:tailEnd type="none" w="med" len="med"/>
                </a:ln>
                <a:solidFill>
                  <a:srgbClr val="800000"/>
                </a:solidFill>
                <a:latin typeface="宋体" panose="02010600030101010101" pitchFamily="2" charset="-122"/>
                <a:ea typeface="宋体" panose="02010600030101010101" pitchFamily="2" charset="-122"/>
              </a:endParaRPr>
            </a:p>
          </p:txBody>
        </p:sp>
        <p:sp>
          <p:nvSpPr>
            <p:cNvPr id="29712" name="WordArt 202"/>
            <p:cNvSpPr>
              <a:spLocks noTextEdit="1"/>
            </p:cNvSpPr>
            <p:nvPr/>
          </p:nvSpPr>
          <p:spPr>
            <a:xfrm>
              <a:off x="945" y="1616"/>
              <a:ext cx="4416" cy="198"/>
            </a:xfrm>
            <a:prstGeom prst="rect">
              <a:avLst/>
            </a:prstGeom>
          </p:spPr>
          <p:txBody>
            <a:bodyPr wrap="none" fromWordArt="1">
              <a:prstTxWarp prst="textPlain">
                <a:avLst>
                  <a:gd name="adj" fmla="val 50000"/>
                </a:avLst>
              </a:prstTxWarp>
              <a:normAutofit/>
            </a:bodyPr>
            <a:p>
              <a:pPr algn="ctr"/>
              <a:r>
                <a:rPr lang="zh-CN" altLang="en-US" sz="2400">
                  <a:ln w="9525" cap="flat" cmpd="sng">
                    <a:solidFill>
                      <a:srgbClr val="800000"/>
                    </a:solidFill>
                    <a:prstDash val="solid"/>
                    <a:round/>
                    <a:headEnd type="none" w="med" len="med"/>
                    <a:tailEnd type="none" w="med" len="med"/>
                  </a:ln>
                  <a:solidFill>
                    <a:srgbClr val="800000"/>
                  </a:solidFill>
                  <a:latin typeface="宋体" panose="02010600030101010101" pitchFamily="2" charset="-122"/>
                  <a:ea typeface="宋体" panose="02010600030101010101" pitchFamily="2" charset="-122"/>
                </a:rPr>
                <a:t>测量时,旋转鼓轮应向同一方向旋转,避免空程误差</a:t>
              </a:r>
              <a:endParaRPr lang="zh-CN" altLang="en-US" sz="2400">
                <a:ln w="9525" cap="flat" cmpd="sng">
                  <a:solidFill>
                    <a:srgbClr val="800000"/>
                  </a:solidFill>
                  <a:prstDash val="solid"/>
                  <a:round/>
                  <a:headEnd type="none" w="med" len="med"/>
                  <a:tailEnd type="none" w="med" len="med"/>
                </a:ln>
                <a:solidFill>
                  <a:srgbClr val="800000"/>
                </a:solidFill>
                <a:latin typeface="宋体" panose="02010600030101010101" pitchFamily="2" charset="-122"/>
                <a:ea typeface="宋体" panose="02010600030101010101" pitchFamily="2" charset="-122"/>
              </a:endParaRPr>
            </a:p>
          </p:txBody>
        </p:sp>
        <p:sp>
          <p:nvSpPr>
            <p:cNvPr id="29713" name="WordArt 203"/>
            <p:cNvSpPr>
              <a:spLocks noTextEdit="1"/>
            </p:cNvSpPr>
            <p:nvPr/>
          </p:nvSpPr>
          <p:spPr>
            <a:xfrm>
              <a:off x="920" y="2273"/>
              <a:ext cx="4608" cy="198"/>
            </a:xfrm>
            <a:prstGeom prst="rect">
              <a:avLst/>
            </a:prstGeom>
          </p:spPr>
          <p:txBody>
            <a:bodyPr wrap="none" fromWordArt="1">
              <a:prstTxWarp prst="textPlain">
                <a:avLst>
                  <a:gd name="adj" fmla="val 50000"/>
                </a:avLst>
              </a:prstTxWarp>
              <a:normAutofit/>
            </a:bodyPr>
            <a:p>
              <a:pPr algn="ctr"/>
              <a:r>
                <a:rPr lang="zh-CN" altLang="en-US" sz="2400">
                  <a:ln w="9525" cap="flat" cmpd="sng">
                    <a:solidFill>
                      <a:srgbClr val="800000"/>
                    </a:solidFill>
                    <a:prstDash val="solid"/>
                    <a:round/>
                    <a:headEnd type="none" w="med" len="med"/>
                    <a:tailEnd type="none" w="med" len="med"/>
                  </a:ln>
                  <a:solidFill>
                    <a:srgbClr val="800000"/>
                  </a:solidFill>
                  <a:latin typeface="宋体" panose="02010600030101010101" pitchFamily="2" charset="-122"/>
                  <a:ea typeface="宋体" panose="02010600030101010101" pitchFamily="2" charset="-122"/>
                </a:rPr>
                <a:t>游标尺测量移动时,必须轻而缓慢地调节,手勿压游标尺</a:t>
              </a:r>
              <a:endParaRPr lang="zh-CN" altLang="en-US" sz="2400">
                <a:ln w="9525" cap="flat" cmpd="sng">
                  <a:solidFill>
                    <a:srgbClr val="800000"/>
                  </a:solidFill>
                  <a:prstDash val="solid"/>
                  <a:round/>
                  <a:headEnd type="none" w="med" len="med"/>
                  <a:tailEnd type="none" w="med" len="med"/>
                </a:ln>
                <a:solidFill>
                  <a:srgbClr val="800000"/>
                </a:solidFill>
                <a:latin typeface="宋体" panose="02010600030101010101" pitchFamily="2" charset="-122"/>
                <a:ea typeface="宋体" panose="02010600030101010101" pitchFamily="2" charset="-122"/>
              </a:endParaRPr>
            </a:p>
          </p:txBody>
        </p:sp>
        <p:grpSp>
          <p:nvGrpSpPr>
            <p:cNvPr id="29714" name="Group 204"/>
            <p:cNvGrpSpPr/>
            <p:nvPr/>
          </p:nvGrpSpPr>
          <p:grpSpPr>
            <a:xfrm>
              <a:off x="476" y="2931"/>
              <a:ext cx="201" cy="189"/>
              <a:chOff x="2136" y="1382"/>
              <a:chExt cx="576" cy="576"/>
            </a:xfrm>
          </p:grpSpPr>
          <p:sp>
            <p:nvSpPr>
              <p:cNvPr id="29715" name="Oval 205"/>
              <p:cNvSpPr/>
              <p:nvPr/>
            </p:nvSpPr>
            <p:spPr>
              <a:xfrm>
                <a:off x="2136" y="1382"/>
                <a:ext cx="576" cy="576"/>
              </a:xfrm>
              <a:prstGeom prst="ellipse">
                <a:avLst/>
              </a:prstGeom>
              <a:gradFill rotWithShape="0">
                <a:gsLst>
                  <a:gs pos="0">
                    <a:srgbClr val="FF9900"/>
                  </a:gs>
                  <a:gs pos="100000">
                    <a:srgbClr val="EC0000"/>
                  </a:gs>
                </a:gsLst>
                <a:lin ang="2700000" scaled="1"/>
                <a:tileRect/>
              </a:gradFill>
              <a:ln w="28575" cap="flat" cmpd="sng">
                <a:solidFill>
                  <a:srgbClr val="FF9900"/>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29716" name="Oval 206"/>
              <p:cNvSpPr/>
              <p:nvPr/>
            </p:nvSpPr>
            <p:spPr>
              <a:xfrm rot="-3104273">
                <a:off x="2196" y="1467"/>
                <a:ext cx="232" cy="149"/>
              </a:xfrm>
              <a:prstGeom prst="ellipse">
                <a:avLst/>
              </a:prstGeom>
              <a:gradFill rotWithShape="0">
                <a:gsLst>
                  <a:gs pos="0">
                    <a:srgbClr val="FFFF00"/>
                  </a:gs>
                  <a:gs pos="100000">
                    <a:srgbClr val="FF9900"/>
                  </a:gs>
                </a:gsLst>
                <a:path path="shape">
                  <a:fillToRect l="50000" t="50000" r="50000" b="50000"/>
                </a:path>
                <a:tileRect/>
              </a:gradFill>
              <a:ln w="28575" cap="flat" cmpd="sng">
                <a:solidFill>
                  <a:srgbClr val="FF9900"/>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sp>
          <p:nvSpPr>
            <p:cNvPr id="29717" name="WordArt 207"/>
            <p:cNvSpPr>
              <a:spLocks noTextEdit="1"/>
            </p:cNvSpPr>
            <p:nvPr/>
          </p:nvSpPr>
          <p:spPr>
            <a:xfrm>
              <a:off x="920" y="1009"/>
              <a:ext cx="2731" cy="206"/>
            </a:xfrm>
            <a:prstGeom prst="rect">
              <a:avLst/>
            </a:prstGeom>
          </p:spPr>
          <p:txBody>
            <a:bodyPr wrap="none" fromWordArt="1">
              <a:prstTxWarp prst="textPlain">
                <a:avLst>
                  <a:gd name="adj" fmla="val 50000"/>
                </a:avLst>
              </a:prstTxWarp>
              <a:normAutofit/>
            </a:bodyPr>
            <a:p>
              <a:pPr algn="ctr"/>
              <a:r>
                <a:rPr lang="zh-CN" altLang="en-US" sz="1600">
                  <a:ln w="9525" cap="flat" cmpd="sng">
                    <a:solidFill>
                      <a:srgbClr val="800000"/>
                    </a:solidFill>
                    <a:prstDash val="solid"/>
                    <a:round/>
                    <a:headEnd type="none" w="med" len="med"/>
                    <a:tailEnd type="none" w="med" len="med"/>
                  </a:ln>
                  <a:solidFill>
                    <a:srgbClr val="800000"/>
                  </a:solidFill>
                  <a:latin typeface="宋体" panose="02010600030101010101" pitchFamily="2" charset="-122"/>
                  <a:ea typeface="宋体" panose="02010600030101010101" pitchFamily="2" charset="-122"/>
                </a:rPr>
                <a:t>实验操作时,两超声换能器不得接触</a:t>
              </a:r>
              <a:endParaRPr lang="zh-CN" altLang="en-US" sz="1600">
                <a:ln w="9525" cap="flat" cmpd="sng">
                  <a:solidFill>
                    <a:srgbClr val="800000"/>
                  </a:solidFill>
                  <a:prstDash val="solid"/>
                  <a:round/>
                  <a:headEnd type="none" w="med" len="med"/>
                  <a:tailEnd type="none" w="med" len="med"/>
                </a:ln>
                <a:solidFill>
                  <a:srgbClr val="800000"/>
                </a:solidFill>
                <a:latin typeface="宋体" panose="02010600030101010101" pitchFamily="2" charset="-122"/>
                <a:ea typeface="宋体" panose="02010600030101010101" pitchFamily="2" charset="-122"/>
              </a:endParaRPr>
            </a:p>
          </p:txBody>
        </p:sp>
      </p:gr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文本框 99"/>
          <p:cNvSpPr txBox="1"/>
          <p:nvPr/>
        </p:nvSpPr>
        <p:spPr>
          <a:xfrm>
            <a:off x="1322388" y="844550"/>
            <a:ext cx="7019925" cy="5446395"/>
          </a:xfrm>
          <a:prstGeom prst="rect">
            <a:avLst/>
          </a:prstGeom>
          <a:noFill/>
          <a:ln w="9525">
            <a:noFill/>
          </a:ln>
        </p:spPr>
        <p:txBody>
          <a:bodyPr wrap="square" anchor="t">
            <a:spAutoFit/>
          </a:bodyPr>
          <a:p>
            <a:pPr marL="228600" indent="-228600"/>
            <a:r>
              <a:rPr lang="zh-CN" altLang="en-US" sz="2800">
                <a:latin typeface="Calibri" charset="0"/>
                <a:ea typeface="宋体" panose="02010600030101010101" pitchFamily="2" charset="-122"/>
              </a:rPr>
              <a:t>一</a:t>
            </a:r>
            <a:r>
              <a:rPr lang="en-US" altLang="zh-CN" sz="2800">
                <a:latin typeface="Calibri" charset="0"/>
                <a:ea typeface="宋体" panose="02010600030101010101" pitchFamily="2" charset="-122"/>
              </a:rPr>
              <a:t>. </a:t>
            </a:r>
            <a:r>
              <a:rPr lang="en-US" altLang="zh-CN" sz="2800">
                <a:latin typeface="宋体" panose="02010600030101010101" pitchFamily="2" charset="-122"/>
                <a:ea typeface="宋体" panose="02010600030101010101" pitchFamily="2" charset="-122"/>
              </a:rPr>
              <a:t>AUTOSET</a:t>
            </a:r>
            <a:r>
              <a:rPr lang="zh-CN" altLang="en-US" sz="3200">
                <a:latin typeface="宋体" panose="02010600030101010101" pitchFamily="2" charset="-122"/>
                <a:ea typeface="宋体" panose="02010600030101010101" pitchFamily="2" charset="-122"/>
              </a:rPr>
              <a:t>键的使用：信号不稳和不知道怎么办时按它</a:t>
            </a:r>
            <a:endParaRPr lang="zh-CN" altLang="en-US" sz="3200">
              <a:latin typeface="宋体" panose="02010600030101010101" pitchFamily="2" charset="-122"/>
              <a:ea typeface="宋体" panose="02010600030101010101" pitchFamily="2" charset="-122"/>
            </a:endParaRPr>
          </a:p>
          <a:p>
            <a:pPr marL="228600" indent="-228600"/>
            <a:r>
              <a:rPr lang="zh-CN" altLang="en-US" sz="2800">
                <a:latin typeface="Calibri" charset="0"/>
                <a:ea typeface="宋体" panose="02010600030101010101" pitchFamily="2" charset="-122"/>
              </a:rPr>
              <a:t>二</a:t>
            </a:r>
            <a:r>
              <a:rPr lang="en-US" altLang="zh-CN" sz="2800">
                <a:latin typeface="Calibri" charset="0"/>
                <a:ea typeface="宋体" panose="02010600030101010101" pitchFamily="2" charset="-122"/>
              </a:rPr>
              <a:t>. </a:t>
            </a:r>
            <a:r>
              <a:rPr lang="zh-CN" altLang="en-US" sz="2800">
                <a:latin typeface="宋体" panose="02010600030101010101" pitchFamily="2" charset="-122"/>
                <a:ea typeface="宋体" panose="02010600030101010101" pitchFamily="2" charset="-122"/>
              </a:rPr>
              <a:t>怎样设置测量峰</a:t>
            </a:r>
            <a:r>
              <a:rPr lang="en-US" altLang="zh-CN" sz="2800">
                <a:latin typeface="宋体" panose="02010600030101010101" pitchFamily="2" charset="-122"/>
                <a:ea typeface="宋体" panose="02010600030101010101" pitchFamily="2" charset="-122"/>
              </a:rPr>
              <a:t>-</a:t>
            </a:r>
            <a:r>
              <a:rPr lang="zh-CN" altLang="en-US" sz="2800">
                <a:latin typeface="宋体" panose="02010600030101010101" pitchFamily="2" charset="-122"/>
                <a:ea typeface="宋体" panose="02010600030101010101" pitchFamily="2" charset="-122"/>
              </a:rPr>
              <a:t>峰值：</a:t>
            </a:r>
            <a:r>
              <a:rPr lang="en-US" altLang="zh-CN" sz="2800">
                <a:latin typeface="Calibri" charset="0"/>
                <a:ea typeface="宋体" panose="02010600030101010101" pitchFamily="2" charset="-122"/>
              </a:rPr>
              <a:t>Measure--------</a:t>
            </a:r>
            <a:r>
              <a:rPr lang="zh-CN" altLang="en-US" sz="2800">
                <a:latin typeface="宋体" panose="02010600030101010101" pitchFamily="2" charset="-122"/>
                <a:ea typeface="宋体" panose="02010600030101010101" pitchFamily="2" charset="-122"/>
              </a:rPr>
              <a:t>选择测量（在左下角）</a:t>
            </a:r>
            <a:r>
              <a:rPr lang="en-US" altLang="zh-CN" sz="2800">
                <a:latin typeface="Calibri" charset="0"/>
                <a:ea typeface="宋体" panose="02010600030101010101" pitchFamily="2" charset="-122"/>
              </a:rPr>
              <a:t>--------</a:t>
            </a:r>
            <a:r>
              <a:rPr lang="zh-CN" altLang="en-US" sz="2800">
                <a:latin typeface="宋体" panose="02010600030101010101" pitchFamily="2" charset="-122"/>
                <a:ea typeface="宋体" panose="02010600030101010101" pitchFamily="2" charset="-122"/>
              </a:rPr>
              <a:t>信号源一（</a:t>
            </a:r>
            <a:r>
              <a:rPr lang="en-US" altLang="zh-CN" sz="2800">
                <a:latin typeface="Calibri" charset="0"/>
                <a:ea typeface="宋体" panose="02010600030101010101" pitchFamily="2" charset="-122"/>
              </a:rPr>
              <a:t>ch1</a:t>
            </a:r>
            <a:r>
              <a:rPr lang="zh-CN" altLang="en-US" sz="2800">
                <a:latin typeface="宋体" panose="02010600030101010101" pitchFamily="2" charset="-122"/>
                <a:ea typeface="宋体" panose="02010600030101010101" pitchFamily="2" charset="-122"/>
              </a:rPr>
              <a:t>）（在垂直方向第四个按钮）</a:t>
            </a:r>
            <a:r>
              <a:rPr lang="en-US" altLang="zh-CN" sz="2800">
                <a:latin typeface="Calibri" charset="0"/>
                <a:ea typeface="宋体" panose="02010600030101010101" pitchFamily="2" charset="-122"/>
              </a:rPr>
              <a:t>-------</a:t>
            </a:r>
            <a:r>
              <a:rPr lang="zh-CN" altLang="en-US" sz="2800">
                <a:latin typeface="宋体" panose="02010600030101010101" pitchFamily="2" charset="-122"/>
                <a:ea typeface="宋体" panose="02010600030101010101" pitchFamily="2" charset="-122"/>
              </a:rPr>
              <a:t>旋转</a:t>
            </a:r>
            <a:r>
              <a:rPr lang="en-US" altLang="zh-CN" sz="2800">
                <a:latin typeface="Calibri" charset="0"/>
                <a:ea typeface="宋体" panose="02010600030101010101" pitchFamily="2" charset="-122"/>
              </a:rPr>
              <a:t>VARIABLE</a:t>
            </a:r>
            <a:r>
              <a:rPr lang="zh-CN" altLang="en-US" sz="2800">
                <a:latin typeface="宋体" panose="02010600030101010101" pitchFamily="2" charset="-122"/>
                <a:ea typeface="宋体" panose="02010600030101010101" pitchFamily="2" charset="-122"/>
              </a:rPr>
              <a:t>旋转选择</a:t>
            </a:r>
            <a:r>
              <a:rPr lang="en-US" altLang="zh-CN" sz="2800">
                <a:latin typeface="Calibri" charset="0"/>
                <a:ea typeface="宋体" panose="02010600030101010101" pitchFamily="2" charset="-122"/>
              </a:rPr>
              <a:t>CH2-------</a:t>
            </a:r>
            <a:r>
              <a:rPr lang="zh-CN" altLang="en-US" sz="2800">
                <a:latin typeface="宋体" panose="02010600030101010101" pitchFamily="2" charset="-122"/>
                <a:ea typeface="宋体" panose="02010600030101010101" pitchFamily="2" charset="-122"/>
              </a:rPr>
              <a:t>按</a:t>
            </a:r>
            <a:r>
              <a:rPr lang="en-US" altLang="zh-CN" sz="2800">
                <a:latin typeface="Calibri" charset="0"/>
                <a:ea typeface="宋体" panose="02010600030101010101" pitchFamily="2" charset="-122"/>
              </a:rPr>
              <a:t>Select</a:t>
            </a:r>
            <a:r>
              <a:rPr lang="zh-CN" altLang="en-US" sz="2800">
                <a:latin typeface="宋体" panose="02010600030101010101" pitchFamily="2" charset="-122"/>
                <a:ea typeface="宋体" panose="02010600030101010101" pitchFamily="2" charset="-122"/>
              </a:rPr>
              <a:t>确认</a:t>
            </a:r>
            <a:r>
              <a:rPr lang="en-US" altLang="zh-CN" sz="2800">
                <a:latin typeface="Calibri" charset="0"/>
                <a:ea typeface="宋体" panose="02010600030101010101" pitchFamily="2" charset="-122"/>
              </a:rPr>
              <a:t>-------</a:t>
            </a:r>
            <a:r>
              <a:rPr lang="zh-CN" altLang="en-US" sz="2800">
                <a:latin typeface="宋体" panose="02010600030101010101" pitchFamily="2" charset="-122"/>
                <a:ea typeface="宋体" panose="02010600030101010101" pitchFamily="2" charset="-122"/>
              </a:rPr>
              <a:t>电压</a:t>
            </a:r>
            <a:r>
              <a:rPr lang="en-US" altLang="zh-CN" sz="2800">
                <a:latin typeface="Calibri" charset="0"/>
                <a:ea typeface="宋体" panose="02010600030101010101" pitchFamily="2" charset="-122"/>
              </a:rPr>
              <a:t>/</a:t>
            </a:r>
            <a:r>
              <a:rPr lang="zh-CN" altLang="en-US" sz="2800">
                <a:latin typeface="宋体" panose="02010600030101010101" pitchFamily="2" charset="-122"/>
                <a:ea typeface="宋体" panose="02010600030101010101" pitchFamily="2" charset="-122"/>
              </a:rPr>
              <a:t>电流，峰</a:t>
            </a:r>
            <a:r>
              <a:rPr lang="en-US" altLang="zh-CN" sz="2800">
                <a:latin typeface="Calibri" charset="0"/>
                <a:ea typeface="宋体" panose="02010600030101010101" pitchFamily="2" charset="-122"/>
              </a:rPr>
              <a:t>-</a:t>
            </a:r>
            <a:r>
              <a:rPr lang="zh-CN" altLang="en-US" sz="2800">
                <a:latin typeface="宋体" panose="02010600030101010101" pitchFamily="2" charset="-122"/>
                <a:ea typeface="宋体" panose="02010600030101010101" pitchFamily="2" charset="-122"/>
              </a:rPr>
              <a:t>峰值（垂直方向第一个）</a:t>
            </a:r>
            <a:r>
              <a:rPr lang="en-US" altLang="zh-CN" sz="2800">
                <a:latin typeface="Calibri" charset="0"/>
                <a:ea typeface="宋体" panose="02010600030101010101" pitchFamily="2" charset="-122"/>
              </a:rPr>
              <a:t>--------</a:t>
            </a:r>
            <a:r>
              <a:rPr lang="zh-CN" altLang="en-US" sz="2800">
                <a:latin typeface="宋体" panose="02010600030101010101" pitchFamily="2" charset="-122"/>
                <a:ea typeface="宋体" panose="02010600030101010101" pitchFamily="2" charset="-122"/>
              </a:rPr>
              <a:t>旋转</a:t>
            </a:r>
            <a:r>
              <a:rPr lang="en-US" altLang="zh-CN" sz="2800">
                <a:latin typeface="Calibri" charset="0"/>
                <a:ea typeface="宋体" panose="02010600030101010101" pitchFamily="2" charset="-122"/>
              </a:rPr>
              <a:t>VARIVBLE</a:t>
            </a:r>
            <a:r>
              <a:rPr lang="zh-CN" altLang="en-US" sz="2800">
                <a:latin typeface="宋体" panose="02010600030101010101" pitchFamily="2" charset="-122"/>
                <a:ea typeface="宋体" panose="02010600030101010101" pitchFamily="2" charset="-122"/>
              </a:rPr>
              <a:t>选择峰</a:t>
            </a:r>
            <a:r>
              <a:rPr lang="en-US" altLang="zh-CN" sz="2800">
                <a:latin typeface="Calibri" charset="0"/>
                <a:ea typeface="宋体" panose="02010600030101010101" pitchFamily="2" charset="-122"/>
              </a:rPr>
              <a:t>-</a:t>
            </a:r>
            <a:r>
              <a:rPr lang="zh-CN" altLang="en-US" sz="2800">
                <a:latin typeface="宋体" panose="02010600030101010101" pitchFamily="2" charset="-122"/>
                <a:ea typeface="宋体" panose="02010600030101010101" pitchFamily="2" charset="-122"/>
              </a:rPr>
              <a:t>峰</a:t>
            </a:r>
            <a:r>
              <a:rPr lang="en-US" altLang="zh-CN" sz="2800">
                <a:latin typeface="Calibri" charset="0"/>
                <a:ea typeface="宋体" panose="02010600030101010101" pitchFamily="2" charset="-122"/>
              </a:rPr>
              <a:t>--------</a:t>
            </a:r>
            <a:r>
              <a:rPr lang="zh-CN" altLang="en-US" sz="2800">
                <a:latin typeface="宋体" panose="02010600030101010101" pitchFamily="2" charset="-122"/>
                <a:ea typeface="宋体" panose="02010600030101010101" pitchFamily="2" charset="-122"/>
              </a:rPr>
              <a:t>按</a:t>
            </a:r>
            <a:r>
              <a:rPr lang="en-US" altLang="zh-CN" sz="2800">
                <a:latin typeface="Calibri" charset="0"/>
                <a:ea typeface="宋体" panose="02010600030101010101" pitchFamily="2" charset="-122"/>
              </a:rPr>
              <a:t>Select</a:t>
            </a:r>
            <a:r>
              <a:rPr lang="zh-CN" altLang="en-US" sz="2800">
                <a:latin typeface="宋体" panose="02010600030101010101" pitchFamily="2" charset="-122"/>
                <a:ea typeface="宋体" panose="02010600030101010101" pitchFamily="2" charset="-122"/>
              </a:rPr>
              <a:t>确认则屏幕上就有峰</a:t>
            </a:r>
            <a:r>
              <a:rPr lang="en-US" altLang="zh-CN" sz="2800">
                <a:latin typeface="Calibri" charset="0"/>
                <a:ea typeface="宋体" panose="02010600030101010101" pitchFamily="2" charset="-122"/>
              </a:rPr>
              <a:t>-</a:t>
            </a:r>
            <a:r>
              <a:rPr lang="zh-CN" altLang="en-US" sz="3200">
                <a:latin typeface="宋体" panose="02010600030101010101" pitchFamily="2" charset="-122"/>
                <a:ea typeface="宋体" panose="02010600030101010101" pitchFamily="2" charset="-122"/>
              </a:rPr>
              <a:t>峰值显示。</a:t>
            </a:r>
            <a:endParaRPr lang="zh-CN" altLang="en-US" sz="3200">
              <a:latin typeface="宋体" panose="02010600030101010101" pitchFamily="2" charset="-122"/>
              <a:ea typeface="宋体" panose="02010600030101010101" pitchFamily="2" charset="-122"/>
            </a:endParaRPr>
          </a:p>
          <a:p>
            <a:pPr marL="228600" indent="-228600"/>
            <a:r>
              <a:rPr lang="zh-CN" altLang="en-US" sz="2800">
                <a:latin typeface="Calibri" charset="0"/>
                <a:ea typeface="宋体" panose="02010600030101010101" pitchFamily="2" charset="-122"/>
              </a:rPr>
              <a:t>三</a:t>
            </a:r>
            <a:r>
              <a:rPr lang="en-US" altLang="zh-CN" sz="2800">
                <a:latin typeface="Calibri" charset="0"/>
                <a:ea typeface="宋体" panose="02010600030101010101" pitchFamily="2" charset="-122"/>
              </a:rPr>
              <a:t>. </a:t>
            </a:r>
            <a:r>
              <a:rPr lang="zh-CN" altLang="en-US" sz="2800">
                <a:latin typeface="宋体" panose="02010600030101010101" pitchFamily="2" charset="-122"/>
                <a:ea typeface="宋体" panose="02010600030101010101" pitchFamily="2" charset="-122"/>
              </a:rPr>
              <a:t>怎样转换李萨如图形：</a:t>
            </a:r>
            <a:r>
              <a:rPr lang="en-US" altLang="zh-CN" sz="2800">
                <a:latin typeface="宋体" panose="02010600030101010101" pitchFamily="2" charset="-122"/>
                <a:ea typeface="宋体" panose="02010600030101010101" pitchFamily="2" charset="-122"/>
              </a:rPr>
              <a:t>Acquire-------</a:t>
            </a:r>
            <a:r>
              <a:rPr lang="zh-CN" altLang="en-US" sz="2800">
                <a:latin typeface="宋体" panose="02010600030101010101" pitchFamily="2" charset="-122"/>
                <a:ea typeface="宋体" panose="02010600030101010101" pitchFamily="2" charset="-122"/>
              </a:rPr>
              <a:t>选择</a:t>
            </a:r>
            <a:r>
              <a:rPr lang="en-US" altLang="zh-CN" sz="2800">
                <a:latin typeface="Calibri" charset="0"/>
                <a:ea typeface="宋体" panose="02010600030101010101" pitchFamily="2" charset="-122"/>
              </a:rPr>
              <a:t>xy</a:t>
            </a:r>
            <a:r>
              <a:rPr lang="zh-CN" altLang="en-US" sz="2800">
                <a:latin typeface="宋体" panose="02010600030101010101" pitchFamily="2" charset="-122"/>
                <a:ea typeface="宋体" panose="02010600030101010101" pitchFamily="2" charset="-122"/>
              </a:rPr>
              <a:t>模式即可；老示波器则按</a:t>
            </a:r>
            <a:r>
              <a:rPr lang="en-US" altLang="zh-CN" sz="2800">
                <a:latin typeface="Calibri" charset="0"/>
                <a:ea typeface="宋体" panose="02010600030101010101" pitchFamily="2" charset="-122"/>
              </a:rPr>
              <a:t>display-----</a:t>
            </a:r>
            <a:r>
              <a:rPr lang="zh-CN" altLang="en-US" sz="2800">
                <a:latin typeface="宋体" panose="02010600030101010101" pitchFamily="2" charset="-122"/>
                <a:ea typeface="宋体" panose="02010600030101010101" pitchFamily="2" charset="-122"/>
              </a:rPr>
              <a:t>选择</a:t>
            </a:r>
            <a:r>
              <a:rPr lang="en-US" altLang="zh-CN" sz="2800">
                <a:latin typeface="Calibri" charset="0"/>
                <a:ea typeface="宋体" panose="02010600030101010101" pitchFamily="2" charset="-122"/>
              </a:rPr>
              <a:t>xy</a:t>
            </a:r>
            <a:r>
              <a:rPr lang="zh-CN" altLang="en-US" sz="2800">
                <a:latin typeface="宋体" panose="02010600030101010101" pitchFamily="2" charset="-122"/>
                <a:ea typeface="宋体" panose="02010600030101010101" pitchFamily="2" charset="-122"/>
              </a:rPr>
              <a:t>模式即可</a:t>
            </a:r>
            <a:r>
              <a:rPr lang="en-US" altLang="zh-CN" sz="2800">
                <a:latin typeface="Calibri" charset="0"/>
                <a:ea typeface="宋体" panose="02010600030101010101" pitchFamily="2" charset="-122"/>
              </a:rPr>
              <a:t>.</a:t>
            </a:r>
            <a:endParaRPr lang="en-US" altLang="zh-CN" sz="2800">
              <a:latin typeface="Calibri" charset="0"/>
              <a:ea typeface="宋体" panose="02010600030101010101" pitchFamily="2" charset="-122"/>
            </a:endParaRP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流程图: 可选过程 61441"/>
          <p:cNvSpPr/>
          <p:nvPr/>
        </p:nvSpPr>
        <p:spPr>
          <a:xfrm>
            <a:off x="609600" y="1560513"/>
            <a:ext cx="3276600" cy="115887"/>
          </a:xfrm>
          <a:prstGeom prst="flowChartAlternateProcess">
            <a:avLst/>
          </a:prstGeom>
          <a:gradFill rotWithShape="0">
            <a:gsLst>
              <a:gs pos="0">
                <a:srgbClr val="005CBF">
                  <a:alpha val="100000"/>
                </a:srgbClr>
              </a:gs>
              <a:gs pos="25000">
                <a:srgbClr val="0087E6">
                  <a:alpha val="100000"/>
                </a:srgbClr>
              </a:gs>
              <a:gs pos="75000">
                <a:srgbClr val="21D6E0">
                  <a:alpha val="100000"/>
                </a:srgbClr>
              </a:gs>
              <a:gs pos="100000">
                <a:srgbClr val="03D4A8">
                  <a:alpha val="100000"/>
                </a:srgbClr>
              </a:gs>
            </a:gsLst>
            <a:lin ang="0" scaled="1"/>
            <a:tileRect/>
          </a:gradFill>
          <a:ln w="9525">
            <a:noFill/>
          </a:ln>
        </p:spPr>
        <p:txBody>
          <a:bodyPr anchor="t"/>
          <a:p>
            <a:endParaRPr lang="zh-CN" altLang="en-US">
              <a:latin typeface="Arial" panose="020B0604020202020204" pitchFamily="34" charset="0"/>
              <a:ea typeface="宋体" panose="02010600030101010101" pitchFamily="2" charset="-122"/>
            </a:endParaRPr>
          </a:p>
        </p:txBody>
      </p:sp>
      <p:sp>
        <p:nvSpPr>
          <p:cNvPr id="31746" name="文本框 61443"/>
          <p:cNvSpPr txBox="1"/>
          <p:nvPr/>
        </p:nvSpPr>
        <p:spPr>
          <a:xfrm>
            <a:off x="543560" y="2155190"/>
            <a:ext cx="8208645" cy="3107690"/>
          </a:xfrm>
          <a:prstGeom prst="rect">
            <a:avLst/>
          </a:prstGeom>
          <a:noFill/>
          <a:ln w="9525">
            <a:noFill/>
          </a:ln>
        </p:spPr>
        <p:txBody>
          <a:bodyPr wrap="square" anchor="t">
            <a:spAutoFit/>
          </a:bodyPr>
          <a:p>
            <a:pPr>
              <a:lnSpc>
                <a:spcPct val="150000"/>
              </a:lnSpc>
              <a:spcBef>
                <a:spcPct val="50000"/>
              </a:spcBef>
            </a:pPr>
            <a:r>
              <a:rPr lang="zh-CN" altLang="en-US" sz="2800" dirty="0">
                <a:latin typeface="仿宋" panose="02010609060101010101" charset="-122"/>
                <a:ea typeface="仿宋" panose="02010609060101010101" charset="-122"/>
                <a:cs typeface="仿宋" panose="02010609060101010101" charset="-122"/>
              </a:rPr>
              <a:t>1  逐差法处理数据的优点是什么？</a:t>
            </a:r>
            <a:endParaRPr lang="zh-CN" altLang="en-US" sz="2800" dirty="0">
              <a:latin typeface="仿宋" panose="02010609060101010101" charset="-122"/>
              <a:ea typeface="仿宋" panose="02010609060101010101" charset="-122"/>
              <a:cs typeface="仿宋" panose="02010609060101010101" charset="-122"/>
            </a:endParaRPr>
          </a:p>
          <a:p>
            <a:pPr>
              <a:lnSpc>
                <a:spcPct val="150000"/>
              </a:lnSpc>
              <a:spcBef>
                <a:spcPct val="50000"/>
              </a:spcBef>
            </a:pPr>
            <a:r>
              <a:rPr lang="zh-CN" altLang="en-US" sz="2800" dirty="0">
                <a:latin typeface="仿宋" panose="02010609060101010101" charset="-122"/>
                <a:ea typeface="仿宋" panose="02010609060101010101" charset="-122"/>
                <a:cs typeface="仿宋" panose="02010609060101010101" charset="-122"/>
              </a:rPr>
              <a:t>2  为什么换能器要在谐振频率条件下进行声速测量？</a:t>
            </a:r>
            <a:endParaRPr lang="zh-CN" altLang="en-US" sz="2800" dirty="0">
              <a:latin typeface="仿宋" panose="02010609060101010101" charset="-122"/>
              <a:ea typeface="仿宋" panose="02010609060101010101" charset="-122"/>
              <a:cs typeface="仿宋" panose="02010609060101010101" charset="-122"/>
            </a:endParaRPr>
          </a:p>
          <a:p>
            <a:pPr>
              <a:lnSpc>
                <a:spcPct val="150000"/>
              </a:lnSpc>
              <a:spcBef>
                <a:spcPct val="50000"/>
              </a:spcBef>
            </a:pPr>
            <a:r>
              <a:rPr lang="zh-CN" altLang="en-US" sz="2800" dirty="0">
                <a:latin typeface="仿宋" panose="02010609060101010101" charset="-122"/>
                <a:ea typeface="仿宋" panose="02010609060101010101" charset="-122"/>
                <a:cs typeface="仿宋" panose="02010609060101010101" charset="-122"/>
              </a:rPr>
              <a:t>3  如何用本实验中的方法测量声速在媒质（如液体和固体）中的传播速度？</a:t>
            </a:r>
            <a:endParaRPr lang="zh-CN" altLang="en-US" sz="2800" dirty="0">
              <a:latin typeface="仿宋" panose="02010609060101010101" charset="-122"/>
              <a:ea typeface="仿宋" panose="02010609060101010101" charset="-122"/>
              <a:cs typeface="仿宋" panose="02010609060101010101" charset="-122"/>
            </a:endParaRPr>
          </a:p>
        </p:txBody>
      </p:sp>
      <p:sp>
        <p:nvSpPr>
          <p:cNvPr id="31747" name="标题 61444"/>
          <p:cNvSpPr>
            <a:spLocks noGrp="1"/>
          </p:cNvSpPr>
          <p:nvPr>
            <p:ph type="title"/>
          </p:nvPr>
        </p:nvSpPr>
        <p:spPr>
          <a:xfrm>
            <a:off x="609600" y="768350"/>
            <a:ext cx="2743200" cy="755650"/>
          </a:xfrm>
        </p:spPr>
        <p:txBody>
          <a:bodyPr lIns="91440" tIns="45720" rIns="91440" bIns="45720" anchor="b"/>
          <a:p>
            <a:r>
              <a:rPr lang="zh-CN" altLang="en-US" dirty="0">
                <a:latin typeface="Times New Roman" panose="02020603050405020304" pitchFamily="18" charset="0"/>
                <a:ea typeface="隶书" panose="02010509060101010101" pitchFamily="49" charset="-122"/>
              </a:rPr>
              <a:t>﹡思 考 题</a:t>
            </a:r>
            <a:endParaRPr lang="zh-CN" altLang="en-US" dirty="0"/>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标题 62465"/>
          <p:cNvSpPr>
            <a:spLocks noGrp="1"/>
          </p:cNvSpPr>
          <p:nvPr>
            <p:ph type="title"/>
          </p:nvPr>
        </p:nvSpPr>
        <p:spPr>
          <a:xfrm>
            <a:off x="457200" y="838200"/>
            <a:ext cx="4724400" cy="527050"/>
          </a:xfrm>
        </p:spPr>
        <p:txBody>
          <a:bodyPr lIns="91440" tIns="45720" rIns="91440" bIns="45720" anchor="b"/>
          <a:p>
            <a:r>
              <a:rPr lang="zh-CN" altLang="en-US" dirty="0">
                <a:latin typeface="Times New Roman" panose="02020603050405020304" pitchFamily="18" charset="0"/>
                <a:ea typeface="隶书" panose="02010509060101010101" pitchFamily="49" charset="-122"/>
              </a:rPr>
              <a:t>﹡思考题解答参考</a:t>
            </a:r>
            <a:endParaRPr lang="zh-CN" altLang="en-US" dirty="0">
              <a:latin typeface="Times New Roman" panose="02020603050405020304" pitchFamily="18" charset="0"/>
              <a:ea typeface="隶书" panose="02010509060101010101" pitchFamily="49" charset="-122"/>
            </a:endParaRPr>
          </a:p>
        </p:txBody>
      </p:sp>
      <p:sp>
        <p:nvSpPr>
          <p:cNvPr id="32770" name="流程图: 可选过程 62469"/>
          <p:cNvSpPr/>
          <p:nvPr/>
        </p:nvSpPr>
        <p:spPr>
          <a:xfrm>
            <a:off x="533400" y="1295400"/>
            <a:ext cx="4724400" cy="93663"/>
          </a:xfrm>
          <a:prstGeom prst="flowChartAlternateProcess">
            <a:avLst/>
          </a:prstGeom>
          <a:gradFill rotWithShape="0">
            <a:gsLst>
              <a:gs pos="0">
                <a:srgbClr val="005CBF">
                  <a:alpha val="100000"/>
                </a:srgbClr>
              </a:gs>
              <a:gs pos="25000">
                <a:srgbClr val="0087E6">
                  <a:alpha val="100000"/>
                </a:srgbClr>
              </a:gs>
              <a:gs pos="75000">
                <a:srgbClr val="21D6E0">
                  <a:alpha val="100000"/>
                </a:srgbClr>
              </a:gs>
              <a:gs pos="100000">
                <a:srgbClr val="03D4A8">
                  <a:alpha val="100000"/>
                </a:srgbClr>
              </a:gs>
            </a:gsLst>
            <a:lin ang="0" scaled="1"/>
            <a:tileRect/>
          </a:gradFill>
          <a:ln w="9525">
            <a:noFill/>
          </a:ln>
        </p:spPr>
        <p:txBody>
          <a:bodyPr anchor="t"/>
          <a:p>
            <a:endParaRPr lang="zh-CN" altLang="en-US">
              <a:latin typeface="Arial" panose="020B0604020202020204" pitchFamily="34" charset="0"/>
              <a:ea typeface="宋体" panose="02010600030101010101" pitchFamily="2" charset="-122"/>
            </a:endParaRPr>
          </a:p>
        </p:txBody>
      </p:sp>
      <p:sp>
        <p:nvSpPr>
          <p:cNvPr id="32771" name="文本框 62471"/>
          <p:cNvSpPr txBox="1"/>
          <p:nvPr/>
        </p:nvSpPr>
        <p:spPr>
          <a:xfrm>
            <a:off x="838200" y="1600200"/>
            <a:ext cx="7543800" cy="4519295"/>
          </a:xfrm>
          <a:prstGeom prst="rect">
            <a:avLst/>
          </a:prstGeom>
          <a:noFill/>
          <a:ln w="9525">
            <a:noFill/>
          </a:ln>
        </p:spPr>
        <p:txBody>
          <a:bodyPr anchor="t">
            <a:spAutoFit/>
          </a:bodyPr>
          <a:p>
            <a:pPr>
              <a:lnSpc>
                <a:spcPct val="110000"/>
              </a:lnSpc>
              <a:spcBef>
                <a:spcPct val="50000"/>
              </a:spcBef>
            </a:pPr>
            <a:r>
              <a:rPr lang="zh-CN" altLang="en-US" sz="2400" dirty="0">
                <a:latin typeface="仿宋" panose="02010609060101010101" charset="-122"/>
                <a:ea typeface="仿宋" panose="02010609060101010101" charset="-122"/>
                <a:cs typeface="仿宋" panose="02010609060101010101" charset="-122"/>
              </a:rPr>
              <a:t>1  逐差法处理数据的优点是充分利用测量数据，并对数据有取平均的效果。</a:t>
            </a:r>
            <a:endParaRPr lang="zh-CN" altLang="en-US" sz="2400" dirty="0">
              <a:latin typeface="仿宋" panose="02010609060101010101" charset="-122"/>
              <a:ea typeface="仿宋" panose="02010609060101010101" charset="-122"/>
              <a:cs typeface="仿宋" panose="02010609060101010101" charset="-122"/>
            </a:endParaRPr>
          </a:p>
          <a:p>
            <a:pPr>
              <a:lnSpc>
                <a:spcPct val="110000"/>
              </a:lnSpc>
              <a:spcBef>
                <a:spcPct val="50000"/>
              </a:spcBef>
            </a:pPr>
            <a:r>
              <a:rPr lang="zh-CN" altLang="en-US" sz="2400" dirty="0">
                <a:latin typeface="仿宋" panose="02010609060101010101" charset="-122"/>
                <a:ea typeface="仿宋" panose="02010609060101010101" charset="-122"/>
                <a:cs typeface="仿宋" panose="02010609060101010101" charset="-122"/>
              </a:rPr>
              <a:t>2  当输入电信号的频率为谐振频率时，压电换能器产生机械谐振，此时产生的声波幅度最大；当外力的频率等于谐振频率时，压电换能器产生机械谐振，此时得到的电信号最强。</a:t>
            </a:r>
            <a:endParaRPr lang="zh-CN" altLang="en-US" sz="2400" dirty="0">
              <a:latin typeface="仿宋" panose="02010609060101010101" charset="-122"/>
              <a:ea typeface="仿宋" panose="02010609060101010101" charset="-122"/>
              <a:cs typeface="仿宋" panose="02010609060101010101" charset="-122"/>
            </a:endParaRPr>
          </a:p>
          <a:p>
            <a:pPr>
              <a:lnSpc>
                <a:spcPct val="110000"/>
              </a:lnSpc>
              <a:spcBef>
                <a:spcPct val="50000"/>
              </a:spcBef>
            </a:pPr>
            <a:r>
              <a:rPr lang="zh-CN" altLang="en-US" sz="2400" dirty="0">
                <a:latin typeface="仿宋" panose="02010609060101010101" charset="-122"/>
                <a:ea typeface="仿宋" panose="02010609060101010101" charset="-122"/>
                <a:cs typeface="仿宋" panose="02010609060101010101" charset="-122"/>
              </a:rPr>
              <a:t>3  将压电换能器的发射端和接收端之间用该媒质填充，超声波在媒质中的传播使得媒质在波节和波腹处分布的稀疏不同，相当于一个光栅，再用一束激光照射，观察其衍射条纹分布，以测得超声波在媒质中传播的波长。</a:t>
            </a:r>
            <a:endParaRPr lang="zh-CN" altLang="en-US" sz="2400" dirty="0">
              <a:latin typeface="仿宋" panose="02010609060101010101" charset="-122"/>
              <a:ea typeface="仿宋" panose="02010609060101010101" charset="-122"/>
              <a:cs typeface="仿宋" panose="02010609060101010101" charset="-122"/>
            </a:endParaRPr>
          </a:p>
        </p:txBody>
      </p:sp>
    </p:spTree>
    <p:custDataLst>
      <p:tags r:id="rId1"/>
    </p:custDataLst>
  </p:cSld>
  <p:clrMapOvr>
    <a:masterClrMapping/>
  </p:clrMapOvr>
</p:sld>
</file>

<file path=ppt/tags/tag1.xml><?xml version="1.0" encoding="utf-8"?>
<p:tagLst xmlns:p="http://schemas.openxmlformats.org/presentationml/2006/main">
  <p:tag name="KSO_WM_TEMPLATE_CATEGORY" val="custom"/>
  <p:tag name="KSO_WM_TEMPLATE_INDEX" val="131"/>
</p:tagLst>
</file>

<file path=ppt/tags/tag2.xml><?xml version="1.0" encoding="utf-8"?>
<p:tagLst xmlns:p="http://schemas.openxmlformats.org/presentationml/2006/main">
  <p:tag name="KSO_WM_BEAUTIFY_FLAG" val="#wm#"/>
  <p:tag name="KSO_WM_TEMPLATE_CATEGORY" val="custom"/>
  <p:tag name="KSO_WM_TEMPLATE_INDEX" val="131"/>
</p:tagLst>
</file>

<file path=ppt/tags/tag3.xml><?xml version="1.0" encoding="utf-8"?>
<p:tagLst xmlns:p="http://schemas.openxmlformats.org/presentationml/2006/main">
  <p:tag name="KSO_WM_TEMPLATE_CATEGORY" val="custom"/>
  <p:tag name="KSO_WM_TEMPLATE_INDEX" val="131"/>
</p:tagLst>
</file>

<file path=ppt/tags/tag4.xml><?xml version="1.0" encoding="utf-8"?>
<p:tagLst xmlns:p="http://schemas.openxmlformats.org/presentationml/2006/main">
  <p:tag name="KSO_WM_TEMPLATE_CATEGORY" val="custom"/>
  <p:tag name="KSO_WM_TEMPLATE_INDEX" val="131"/>
</p:tagLst>
</file>

<file path=ppt/tags/tag5.xml><?xml version="1.0" encoding="utf-8"?>
<p:tagLst xmlns:p="http://schemas.openxmlformats.org/presentationml/2006/main">
  <p:tag name="KSO_WM_TEMPLATE_CATEGORY" val="custom"/>
  <p:tag name="KSO_WM_TEMPLATE_INDEX" val="131"/>
</p:tagLst>
</file>

<file path=ppt/tags/tag6.xml><?xml version="1.0" encoding="utf-8"?>
<p:tagLst xmlns:p="http://schemas.openxmlformats.org/presentationml/2006/main">
  <p:tag name="KSO_WM_TEMPLATE_CATEGORY" val="custom"/>
  <p:tag name="KSO_WM_TEMPLATE_INDEX" val="131"/>
</p:tagLst>
</file>

<file path=ppt/tags/tag7.xml><?xml version="1.0" encoding="utf-8"?>
<p:tagLst xmlns:p="http://schemas.openxmlformats.org/presentationml/2006/main">
  <p:tag name="KSO_WM_TEMPLATE_CATEGORY" val="custom"/>
  <p:tag name="KSO_WM_TEMPLATE_INDEX" val="131"/>
</p:tagLst>
</file>

<file path=ppt/tags/tag8.xml><?xml version="1.0" encoding="utf-8"?>
<p:tagLst xmlns:p="http://schemas.openxmlformats.org/presentationml/2006/main">
  <p:tag name="KSO_WM_TEMPLATE_CATEGORY" val="custom"/>
  <p:tag name="KSO_WM_TEMPLATE_INDEX" val="131"/>
</p:tagLst>
</file>

<file path=ppt/tags/tag9.xml><?xml version="1.0" encoding="utf-8"?>
<p:tagLst xmlns:p="http://schemas.openxmlformats.org/presentationml/2006/main">
  <p:tag name="KSO_WM_TEMPLATE_CATEGORY" val="custom"/>
  <p:tag name="KSO_WM_TEMPLATE_INDEX" val="131"/>
</p:tagLst>
</file>

<file path=ppt/tags/tag10.xml><?xml version="1.0" encoding="utf-8"?>
<p:tagLst xmlns:p="http://schemas.openxmlformats.org/presentationml/2006/main">
  <p:tag name="KSO_WM_TEMPLATE_CATEGORY" val="custom"/>
  <p:tag name="KSO_WM_TEMPLATE_INDEX" val="131"/>
</p:tagLst>
</file>

<file path=ppt/tags/tag11.xml><?xml version="1.0" encoding="utf-8"?>
<p:tagLst xmlns:p="http://schemas.openxmlformats.org/presentationml/2006/main">
  <p:tag name="KSO_WM_BEAUTIFY_FLAG" val="#wm#"/>
  <p:tag name="KSO_WM_TEMPLATE_CATEGORY" val="custom"/>
  <p:tag name="KSO_WM_TEMPLATE_INDEX" val="131"/>
</p:tagLst>
</file>

<file path=ppt/tags/tag12.xml><?xml version="1.0" encoding="utf-8"?>
<p:tagLst xmlns:p="http://schemas.openxmlformats.org/presentationml/2006/main">
  <p:tag name="KSO_WM_TEMPLATE_CATEGORY" val="custom"/>
  <p:tag name="KSO_WM_TEMPLATE_INDEX" val="131"/>
</p:tagLst>
</file>

<file path=ppt/tags/tag13.xml><?xml version="1.0" encoding="utf-8"?>
<p:tagLst xmlns:p="http://schemas.openxmlformats.org/presentationml/2006/main">
  <p:tag name="KSO_WM_TEMPLATE_CATEGORY" val="custom"/>
  <p:tag name="KSO_WM_TEMPLATE_INDEX" val="131"/>
</p:tagLst>
</file>

<file path=ppt/tags/tag14.xml><?xml version="1.0" encoding="utf-8"?>
<p:tagLst xmlns:p="http://schemas.openxmlformats.org/presentationml/2006/main">
  <p:tag name="KSO_WM_BEAUTIFY_FLAG" val="#wm#"/>
  <p:tag name="KSO_WM_TEMPLATE_CATEGORY" val="custom"/>
  <p:tag name="KSO_WM_TEMPLATE_INDEX" val="131"/>
</p:tagLst>
</file>

<file path=ppt/tags/tag15.xml><?xml version="1.0" encoding="utf-8"?>
<p:tagLst xmlns:p="http://schemas.openxmlformats.org/presentationml/2006/main">
  <p:tag name="KSO_WM_TEMPLATE_CATEGORY" val="custom"/>
  <p:tag name="KSO_WM_TEMPLATE_INDEX" val="131"/>
</p:tagLst>
</file>

<file path=ppt/tags/tag16.xml><?xml version="1.0" encoding="utf-8"?>
<p:tagLst xmlns:p="http://schemas.openxmlformats.org/presentationml/2006/main">
  <p:tag name="KSO_WM_TEMPLATE_CATEGORY" val="custom"/>
  <p:tag name="KSO_WM_TEMPLATE_INDEX" val="131"/>
</p:tagLst>
</file>

<file path=ppt/tags/tag17.xml><?xml version="1.0" encoding="utf-8"?>
<p:tagLst xmlns:p="http://schemas.openxmlformats.org/presentationml/2006/main">
  <p:tag name="KSO_WM_TEMPLATE_CATEGORY" val="custom"/>
  <p:tag name="KSO_WM_TEMPLATE_INDEX" val="131"/>
</p:tagLst>
</file>

<file path=ppt/tags/tag18.xml><?xml version="1.0" encoding="utf-8"?>
<p:tagLst xmlns:p="http://schemas.openxmlformats.org/presentationml/2006/main">
  <p:tag name="KSO_WM_BEAUTIFY_FLAG" val="#wm#"/>
  <p:tag name="KSO_WM_TEMPLATE_CATEGORY" val="custom"/>
  <p:tag name="KSO_WM_TEMPLATE_INDEX" val="131"/>
</p:tagLst>
</file>

<file path=ppt/tags/tag19.xml><?xml version="1.0" encoding="utf-8"?>
<p:tagLst xmlns:p="http://schemas.openxmlformats.org/presentationml/2006/main">
  <p:tag name="KSO_WM_TEMPLATE_CATEGORY" val="custom"/>
  <p:tag name="KSO_WM_TEMPLATE_INDEX" val="131"/>
</p:tagLst>
</file>

<file path=ppt/tags/tag20.xml><?xml version="1.0" encoding="utf-8"?>
<p:tagLst xmlns:p="http://schemas.openxmlformats.org/presentationml/2006/main">
  <p:tag name="KSO_WM_UNIT_TABLE_BEAUTIFY" val="smartTable{656e4e07-2a36-498f-9189-eae056fe83cc}"/>
</p:tagLst>
</file>

<file path=ppt/tags/tag21.xml><?xml version="1.0" encoding="utf-8"?>
<p:tagLst xmlns:p="http://schemas.openxmlformats.org/presentationml/2006/main">
  <p:tag name="KSO_WM_BEAUTIFY_FLAG" val="#wm#"/>
  <p:tag name="KSO_WM_TEMPLATE_CATEGORY" val="custom"/>
  <p:tag name="KSO_WM_TEMPLATE_INDEX" val="131"/>
</p:tagLst>
</file>

<file path=ppt/tags/tag22.xml><?xml version="1.0" encoding="utf-8"?>
<p:tagLst xmlns:p="http://schemas.openxmlformats.org/presentationml/2006/main">
  <p:tag name="KSO_WM_UNIT_TABLE_BEAUTIFY" val="smartTable{5f1929bb-9109-469e-b722-c739d6f6b50f}"/>
</p:tagLst>
</file>

<file path=ppt/tags/tag23.xml><?xml version="1.0" encoding="utf-8"?>
<p:tagLst xmlns:p="http://schemas.openxmlformats.org/presentationml/2006/main">
  <p:tag name="KSO_WM_TEMPLATE_CATEGORY" val="custom"/>
  <p:tag name="KSO_WM_TEMPLATE_INDEX" val="131"/>
</p:tagLst>
</file>

<file path=ppt/tags/tag24.xml><?xml version="1.0" encoding="utf-8"?>
<p:tagLst xmlns:p="http://schemas.openxmlformats.org/presentationml/2006/main">
  <p:tag name="KSO_WM_TEMPLATE_CATEGORY" val="custom"/>
  <p:tag name="KSO_WM_TEMPLATE_INDEX" val="131"/>
</p:tagLst>
</file>

<file path=ppt/tags/tag25.xml><?xml version="1.0" encoding="utf-8"?>
<p:tagLst xmlns:p="http://schemas.openxmlformats.org/presentationml/2006/main">
  <p:tag name="KSO_WM_TEMPLATE_CATEGORY" val="custom"/>
  <p:tag name="KSO_WM_TEMPLATE_INDEX" val="131"/>
</p:tagLst>
</file>

<file path=ppt/tags/tag26.xml><?xml version="1.0" encoding="utf-8"?>
<p:tagLst xmlns:p="http://schemas.openxmlformats.org/presentationml/2006/main">
  <p:tag name="KSO_WM_BEAUTIFY_FLAG" val="#wm#"/>
  <p:tag name="KSO_WM_TEMPLATE_CATEGORY" val="custom"/>
  <p:tag name="KSO_WM_TEMPLATE_INDEX" val="131"/>
</p:tagLst>
</file>

<file path=ppt/tags/tag27.xml><?xml version="1.0" encoding="utf-8"?>
<p:tagLst xmlns:p="http://schemas.openxmlformats.org/presentationml/2006/main">
  <p:tag name="KSO_WM_TEMPLATE_CATEGORY" val="custom"/>
  <p:tag name="KSO_WM_TEMPLATE_INDEX" val="131"/>
</p:tagLst>
</file>

<file path=ppt/tags/tag28.xml><?xml version="1.0" encoding="utf-8"?>
<p:tagLst xmlns:p="http://schemas.openxmlformats.org/presentationml/2006/main">
  <p:tag name="KSO_WM_TEMPLATE_CATEGORY" val="custom"/>
  <p:tag name="KSO_WM_TEMPLATE_INDEX" val="131"/>
</p:tagLst>
</file>

<file path=ppt/tags/tag29.xml><?xml version="1.0" encoding="utf-8"?>
<p:tagLst xmlns:p="http://schemas.openxmlformats.org/presentationml/2006/main">
  <p:tag name="KSO_WM_DOC_GUID" val="{a0d22222-3875-46ca-b3fa-5d602add5633}"/>
</p:tagLst>
</file>

<file path=ppt/theme/theme1.xml><?xml version="1.0" encoding="utf-8"?>
<a:theme xmlns:a="http://schemas.openxmlformats.org/drawingml/2006/main" name="A000120140530A99PPBG">
  <a:themeElements>
    <a:clrScheme name="自定义 554">
      <a:dk1>
        <a:srgbClr val="3D3F41"/>
      </a:dk1>
      <a:lt1>
        <a:srgbClr val="FFFFFF"/>
      </a:lt1>
      <a:dk2>
        <a:srgbClr val="454749"/>
      </a:dk2>
      <a:lt2>
        <a:srgbClr val="FFFFFF"/>
      </a:lt2>
      <a:accent1>
        <a:srgbClr val="507AAE"/>
      </a:accent1>
      <a:accent2>
        <a:srgbClr val="9172A6"/>
      </a:accent2>
      <a:accent3>
        <a:srgbClr val="A7B5DE"/>
      </a:accent3>
      <a:accent4>
        <a:srgbClr val="C78FBB"/>
      </a:accent4>
      <a:accent5>
        <a:srgbClr val="C00000"/>
      </a:accent5>
      <a:accent6>
        <a:srgbClr val="FFC000"/>
      </a:accent6>
      <a:hlink>
        <a:srgbClr val="00B0F0"/>
      </a:hlink>
      <a:folHlink>
        <a:srgbClr val="AFB2B4"/>
      </a:folHlink>
    </a:clrScheme>
    <a:fontScheme name="KSO主题文字4">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3029</Words>
  <Application>WPS 演示</Application>
  <PresentationFormat/>
  <Paragraphs>541</Paragraphs>
  <Slides>26</Slides>
  <Notes>0</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42</vt:i4>
      </vt:variant>
      <vt:variant>
        <vt:lpstr>幻灯片标题</vt:lpstr>
      </vt:variant>
      <vt:variant>
        <vt:i4>26</vt:i4>
      </vt:variant>
    </vt:vector>
  </HeadingPairs>
  <TitlesOfParts>
    <vt:vector size="88" baseType="lpstr">
      <vt:lpstr>Arial</vt:lpstr>
      <vt:lpstr>宋体</vt:lpstr>
      <vt:lpstr>Wingdings</vt:lpstr>
      <vt:lpstr>微软雅黑</vt:lpstr>
      <vt:lpstr>黑体</vt:lpstr>
      <vt:lpstr>隶书</vt:lpstr>
      <vt:lpstr>华文中宋</vt:lpstr>
      <vt:lpstr>Times New Roman</vt:lpstr>
      <vt:lpstr>Book Antiqua</vt:lpstr>
      <vt:lpstr>楷体_GB2312</vt:lpstr>
      <vt:lpstr>Symbol</vt:lpstr>
      <vt:lpstr>仿宋</vt:lpstr>
      <vt:lpstr>Arial Unicode MS</vt:lpstr>
      <vt:lpstr>Calibri</vt:lpstr>
      <vt:lpstr>Segoe UI</vt:lpstr>
      <vt:lpstr>Monotype Corsiva</vt:lpstr>
      <vt:lpstr>仿宋_GB2312</vt:lpstr>
      <vt:lpstr>方正姚体</vt:lpstr>
      <vt:lpstr>Estrangelo Edessa</vt:lpstr>
      <vt:lpstr>A000120140530A99PPBG</vt:lpstr>
      <vt:lpstr>Equation.3</vt:lpstr>
      <vt:lpstr>Equation.3</vt:lpstr>
      <vt:lpstr>Equation.3</vt:lpstr>
      <vt:lpstr>Equation.3</vt:lpstr>
      <vt:lpstr>Equation.3</vt:lpstr>
      <vt:lpstr>Equation.3</vt:lpstr>
      <vt:lpstr>Equation.3</vt:lpstr>
      <vt:lpstr>Equation.3</vt:lpstr>
      <vt:lpstr>MSGraph.Chart.8</vt:lpstr>
      <vt:lpstr>MSGraph.Chart.8</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Equation.3</vt:lpstr>
      <vt:lpstr>Equation.3</vt:lpstr>
      <vt:lpstr>Equation.KSEE3</vt:lpstr>
      <vt:lpstr>Equation.3</vt:lpstr>
      <vt:lpstr>Equation.3</vt:lpstr>
      <vt:lpstr>Equation.3</vt:lpstr>
      <vt:lpstr>Equation.3</vt:lpstr>
      <vt:lpstr>Equation.KSEE3</vt:lpstr>
      <vt:lpstr>Equation.KSEE3</vt:lpstr>
      <vt:lpstr>Equation.3</vt:lpstr>
      <vt:lpstr>Equation.3</vt:lpstr>
      <vt:lpstr>Equation.KSEE3</vt:lpstr>
      <vt:lpstr>Equation.3</vt:lpstr>
      <vt:lpstr>Equation.3</vt:lpstr>
      <vt:lpstr>Equation.KSEE3</vt:lpstr>
      <vt:lpstr>Equation.KSEE3</vt:lpstr>
      <vt:lpstr>Equation.3</vt:lpstr>
      <vt:lpstr>Equation.3</vt:lpstr>
      <vt:lpstr>Equation.3</vt:lpstr>
      <vt:lpstr>Equation.3</vt:lpstr>
      <vt:lpstr>Equation.3</vt:lpstr>
      <vt:lpstr>PowerPoint 演示文稿</vt:lpstr>
      <vt:lpstr>概述：</vt:lpstr>
      <vt:lpstr>PowerPoint 演示文稿</vt:lpstr>
      <vt:lpstr>二、实 验 装 置</vt:lpstr>
      <vt:lpstr>PowerPoint 演示文稿</vt:lpstr>
      <vt:lpstr>PowerPoint 演示文稿</vt:lpstr>
      <vt:lpstr>PowerPoint 演示文稿</vt:lpstr>
      <vt:lpstr>一、 实 验 装 置（驻波法）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﹡思 考 题</vt:lpstr>
      <vt:lpstr>﹡思考题解答参考</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76</cp:revision>
  <dcterms:created xsi:type="dcterms:W3CDTF">2018-02-26T08:28:00Z</dcterms:created>
  <dcterms:modified xsi:type="dcterms:W3CDTF">2021-03-28T05:01:05Z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2052-11.1.0.9208</vt:lpwstr>
  </property>
</Properties>
</file>